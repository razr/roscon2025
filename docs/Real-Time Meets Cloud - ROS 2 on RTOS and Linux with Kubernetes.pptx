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0" r:id="rId4"/>
    <p:sldMasterId id="2147483882" r:id="rId5"/>
  </p:sldMasterIdLst>
  <p:notesMasterIdLst>
    <p:notesMasterId r:id="rId19"/>
  </p:notesMasterIdLst>
  <p:sldIdLst>
    <p:sldId id="2147376544" r:id="rId6"/>
    <p:sldId id="2147376546" r:id="rId7"/>
    <p:sldId id="2147482351" r:id="rId8"/>
    <p:sldId id="2147473723" r:id="rId9"/>
    <p:sldId id="2134096189" r:id="rId10"/>
    <p:sldId id="2147482352" r:id="rId11"/>
    <p:sldId id="2147482353" r:id="rId12"/>
    <p:sldId id="2147376551" r:id="rId13"/>
    <p:sldId id="2147376547" r:id="rId14"/>
    <p:sldId id="2147376548" r:id="rId15"/>
    <p:sldId id="2147376549" r:id="rId16"/>
    <p:sldId id="2147376553" r:id="rId17"/>
    <p:sldId id="2147376552" r:id="rId18"/>
  </p:sldIdLst>
  <p:sldSz cx="12188825" cy="6858000"/>
  <p:notesSz cx="7023100" cy="93091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IND RIVER STUDIO OVERVIEW" id="{AEE1FA12-AA5D-2F47-9411-EEF7710092EB}">
          <p14:sldIdLst>
            <p14:sldId id="2147376544"/>
            <p14:sldId id="2147376546"/>
            <p14:sldId id="2147482351"/>
            <p14:sldId id="2147473723"/>
            <p14:sldId id="2134096189"/>
            <p14:sldId id="2147482352"/>
            <p14:sldId id="2147482353"/>
            <p14:sldId id="2147376551"/>
            <p14:sldId id="2147376547"/>
            <p14:sldId id="2147376548"/>
            <p14:sldId id="2147376549"/>
            <p14:sldId id="2147376553"/>
            <p14:sldId id="2147376552"/>
          </p14:sldIdLst>
        </p14:section>
      </p14:sectionLst>
    </p:ext>
    <p:ext uri="{EFAFB233-063F-42B5-8137-9DF3F51BA10A}">
      <p15:sldGuideLst xmlns:p15="http://schemas.microsoft.com/office/powerpoint/2012/main">
        <p15:guide id="2" pos="3839" userDrawn="1">
          <p15:clr>
            <a:srgbClr val="A4A3A4"/>
          </p15:clr>
        </p15:guide>
        <p15:guide id="5" orient="horz" pos="2160" userDrawn="1">
          <p15:clr>
            <a:srgbClr val="A4A3A4"/>
          </p15:clr>
        </p15:guide>
        <p15:guide id="10" orient="horz" pos="288" userDrawn="1">
          <p15:clr>
            <a:srgbClr val="A4A3A4"/>
          </p15:clr>
        </p15:guide>
        <p15:guide id="11" pos="6191" userDrawn="1">
          <p15:clr>
            <a:srgbClr val="A4A3A4"/>
          </p15:clr>
        </p15:guide>
        <p15:guide id="12" pos="6983" userDrawn="1">
          <p15:clr>
            <a:srgbClr val="A4A3A4"/>
          </p15:clr>
        </p15:guide>
        <p15:guide id="13" orient="horz" pos="696" userDrawn="1">
          <p15:clr>
            <a:srgbClr val="A4A3A4"/>
          </p15:clr>
        </p15:guide>
        <p15:guide id="14" pos="1943" userDrawn="1">
          <p15:clr>
            <a:srgbClr val="A4A3A4"/>
          </p15:clr>
        </p15:guide>
        <p15:guide id="15" orient="horz" pos="206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08CFFD6-E103-67C2-801A-BA7838841C78}" name="Garcia, Antonio" initials="GA" userId="S::antonio.garcia@windriver.com::dd44c550-4ffd-4d5f-8992-72bac07d9c8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cCabe, Mychal" initials="MM" lastIdx="2" clrIdx="0">
    <p:extLst>
      <p:ext uri="{19B8F6BF-5375-455C-9EA6-DF929625EA0E}">
        <p15:presenceInfo xmlns:p15="http://schemas.microsoft.com/office/powerpoint/2012/main" userId="S::mychal.mccabe@windriver.com::d04beb5c-0836-49db-a2e8-35bfe7e7a8e0" providerId="AD"/>
      </p:ext>
    </p:extLst>
  </p:cmAuthor>
  <p:cmAuthor id="2" name="Morphew, Graham" initials="MG" lastIdx="14" clrIdx="1">
    <p:extLst>
      <p:ext uri="{19B8F6BF-5375-455C-9EA6-DF929625EA0E}">
        <p15:presenceInfo xmlns:p15="http://schemas.microsoft.com/office/powerpoint/2012/main" userId="S::graham.morphew@windriver.com::ef39bce5-09c3-4e2b-988b-bfdcaf70406d" providerId="AD"/>
      </p:ext>
    </p:extLst>
  </p:cmAuthor>
  <p:cmAuthor id="3" name="Yan, Bin (Elizabeth)" initials="YB(" lastIdx="5" clrIdx="2">
    <p:extLst>
      <p:ext uri="{19B8F6BF-5375-455C-9EA6-DF929625EA0E}">
        <p15:presenceInfo xmlns:p15="http://schemas.microsoft.com/office/powerpoint/2012/main" userId="S::Elizabeth.Yan@windriver.com::e58b16e1-24e6-4ddb-a7be-b5121bb72ff7" providerId="AD"/>
      </p:ext>
    </p:extLst>
  </p:cmAuthor>
  <p:cmAuthor id="4" name="Thakore, Keyur" initials="TK" lastIdx="5" clrIdx="3">
    <p:extLst>
      <p:ext uri="{19B8F6BF-5375-455C-9EA6-DF929625EA0E}">
        <p15:presenceInfo xmlns:p15="http://schemas.microsoft.com/office/powerpoint/2012/main" userId="S::keyur.thakore@windriver.com::43b575e5-bc27-42d3-afc8-abf5bbac493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8B00"/>
    <a:srgbClr val="FF9900"/>
    <a:srgbClr val="1C1C1C"/>
    <a:srgbClr val="0058DA"/>
    <a:srgbClr val="024441"/>
    <a:srgbClr val="005BAC"/>
    <a:srgbClr val="4C4C4C"/>
    <a:srgbClr val="0042A2"/>
    <a:srgbClr val="0047B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966AF0-2CFF-AF0F-6E45-A42E0C339364}" v="151" dt="2025-10-14T21:21:22.229"/>
    <p1510:client id="{CC0AE435-3D59-378C-6483-B980B5527EF1}" v="254" dt="2025-10-15T20:15:48.0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EBBBCC-DAD2-459C-BE2E-F6DE35CF9A28}" styleName="濃色スタイル 2 - アクセント 3/アクセント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39"/>
        <p:guide orient="horz" pos="2160"/>
        <p:guide orient="horz" pos="288"/>
        <p:guide pos="6191"/>
        <p:guide pos="6983"/>
        <p:guide orient="horz" pos="696"/>
        <p:guide pos="1943"/>
        <p:guide orient="horz" pos="2064"/>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olodnyi, Andrei" userId="S::andrei.kholodnyi@windriver.com::f4aa91b0-a9cc-46e4-a598-b41afb18cbb4" providerId="AD" clId="Web-{05966AF0-2CFF-AF0F-6E45-A42E0C339364}"/>
    <pc:docChg chg="addSld modSld modSection">
      <pc:chgData name="Kholodnyi, Andrei" userId="S::andrei.kholodnyi@windriver.com::f4aa91b0-a9cc-46e4-a598-b41afb18cbb4" providerId="AD" clId="Web-{05966AF0-2CFF-AF0F-6E45-A42E0C339364}" dt="2025-10-14T21:21:22.214" v="79" actId="20577"/>
      <pc:docMkLst>
        <pc:docMk/>
      </pc:docMkLst>
      <pc:sldChg chg="modSp add replId">
        <pc:chgData name="Kholodnyi, Andrei" userId="S::andrei.kholodnyi@windriver.com::f4aa91b0-a9cc-46e4-a598-b41afb18cbb4" providerId="AD" clId="Web-{05966AF0-2CFF-AF0F-6E45-A42E0C339364}" dt="2025-10-14T21:21:22.214" v="79" actId="20577"/>
        <pc:sldMkLst>
          <pc:docMk/>
          <pc:sldMk cId="2112637281" sldId="2147376553"/>
        </pc:sldMkLst>
        <pc:spChg chg="mod">
          <ac:chgData name="Kholodnyi, Andrei" userId="S::andrei.kholodnyi@windriver.com::f4aa91b0-a9cc-46e4-a598-b41afb18cbb4" providerId="AD" clId="Web-{05966AF0-2CFF-AF0F-6E45-A42E0C339364}" dt="2025-10-14T21:21:22.214" v="79" actId="20577"/>
          <ac:spMkLst>
            <pc:docMk/>
            <pc:sldMk cId="2112637281" sldId="2147376553"/>
            <ac:spMk id="3" creationId="{1EE6F496-0738-C8BD-7193-4A4A54A35DF3}"/>
          </ac:spMkLst>
        </pc:spChg>
      </pc:sldChg>
    </pc:docChg>
  </pc:docChgLst>
  <pc:docChgLst>
    <pc:chgData name="Kholodnyi, Andrei" userId="S::andrei.kholodnyi@windriver.com::f4aa91b0-a9cc-46e4-a598-b41afb18cbb4" providerId="AD" clId="Web-{CC0AE435-3D59-378C-6483-B980B5527EF1}"/>
    <pc:docChg chg="addSld delSld modSld sldOrd modSection">
      <pc:chgData name="Kholodnyi, Andrei" userId="S::andrei.kholodnyi@windriver.com::f4aa91b0-a9cc-46e4-a598-b41afb18cbb4" providerId="AD" clId="Web-{CC0AE435-3D59-378C-6483-B980B5527EF1}" dt="2025-10-15T20:15:47.457" v="214" actId="20577"/>
      <pc:docMkLst>
        <pc:docMk/>
      </pc:docMkLst>
      <pc:sldChg chg="addSp delSp modSp add">
        <pc:chgData name="Kholodnyi, Andrei" userId="S::andrei.kholodnyi@windriver.com::f4aa91b0-a9cc-46e4-a598-b41afb18cbb4" providerId="AD" clId="Web-{CC0AE435-3D59-378C-6483-B980B5527EF1}" dt="2025-10-15T20:10:40.207" v="136"/>
        <pc:sldMkLst>
          <pc:docMk/>
          <pc:sldMk cId="3805620019" sldId="2134096189"/>
        </pc:sldMkLst>
        <pc:spChg chg="mod">
          <ac:chgData name="Kholodnyi, Andrei" userId="S::andrei.kholodnyi@windriver.com::f4aa91b0-a9cc-46e4-a598-b41afb18cbb4" providerId="AD" clId="Web-{CC0AE435-3D59-378C-6483-B980B5527EF1}" dt="2025-10-15T20:07:03.941" v="86" actId="20577"/>
          <ac:spMkLst>
            <pc:docMk/>
            <pc:sldMk cId="3805620019" sldId="2134096189"/>
            <ac:spMk id="2" creationId="{4355F114-EFF7-4440-85DB-D288EDD20DD3}"/>
          </ac:spMkLst>
        </pc:spChg>
        <pc:spChg chg="mod">
          <ac:chgData name="Kholodnyi, Andrei" userId="S::andrei.kholodnyi@windriver.com::f4aa91b0-a9cc-46e4-a598-b41afb18cbb4" providerId="AD" clId="Web-{CC0AE435-3D59-378C-6483-B980B5527EF1}" dt="2025-10-15T20:05:43.581" v="45" actId="20577"/>
          <ac:spMkLst>
            <pc:docMk/>
            <pc:sldMk cId="3805620019" sldId="2134096189"/>
            <ac:spMk id="90" creationId="{1E063184-4D00-4336-A81D-E532F442055A}"/>
          </ac:spMkLst>
        </pc:spChg>
        <pc:spChg chg="del">
          <ac:chgData name="Kholodnyi, Andrei" userId="S::andrei.kholodnyi@windriver.com::f4aa91b0-a9cc-46e4-a598-b41afb18cbb4" providerId="AD" clId="Web-{CC0AE435-3D59-378C-6483-B980B5527EF1}" dt="2025-10-15T20:10:33.645" v="119"/>
          <ac:spMkLst>
            <pc:docMk/>
            <pc:sldMk cId="3805620019" sldId="2134096189"/>
            <ac:spMk id="92" creationId="{E62CE410-58AC-415C-AEA1-4470AC35887D}"/>
          </ac:spMkLst>
        </pc:spChg>
        <pc:spChg chg="del">
          <ac:chgData name="Kholodnyi, Andrei" userId="S::andrei.kholodnyi@windriver.com::f4aa91b0-a9cc-46e4-a598-b41afb18cbb4" providerId="AD" clId="Web-{CC0AE435-3D59-378C-6483-B980B5527EF1}" dt="2025-10-15T20:10:40.207" v="136"/>
          <ac:spMkLst>
            <pc:docMk/>
            <pc:sldMk cId="3805620019" sldId="2134096189"/>
            <ac:spMk id="93" creationId="{FFFD0AB0-D2EB-4572-B912-01550E0F76A5}"/>
          </ac:spMkLst>
        </pc:spChg>
        <pc:spChg chg="del">
          <ac:chgData name="Kholodnyi, Andrei" userId="S::andrei.kholodnyi@windriver.com::f4aa91b0-a9cc-46e4-a598-b41afb18cbb4" providerId="AD" clId="Web-{CC0AE435-3D59-378C-6483-B980B5527EF1}" dt="2025-10-15T20:10:40.207" v="135"/>
          <ac:spMkLst>
            <pc:docMk/>
            <pc:sldMk cId="3805620019" sldId="2134096189"/>
            <ac:spMk id="94" creationId="{1F4482F9-9494-4570-9CF0-E26C00F5C201}"/>
          </ac:spMkLst>
        </pc:spChg>
        <pc:spChg chg="del">
          <ac:chgData name="Kholodnyi, Andrei" userId="S::andrei.kholodnyi@windriver.com::f4aa91b0-a9cc-46e4-a598-b41afb18cbb4" providerId="AD" clId="Web-{CC0AE435-3D59-378C-6483-B980B5527EF1}" dt="2025-10-15T20:10:40.207" v="134"/>
          <ac:spMkLst>
            <pc:docMk/>
            <pc:sldMk cId="3805620019" sldId="2134096189"/>
            <ac:spMk id="95" creationId="{B48842D4-7241-4806-9E08-A22B9BC8BA3B}"/>
          </ac:spMkLst>
        </pc:spChg>
        <pc:spChg chg="del">
          <ac:chgData name="Kholodnyi, Andrei" userId="S::andrei.kholodnyi@windriver.com::f4aa91b0-a9cc-46e4-a598-b41afb18cbb4" providerId="AD" clId="Web-{CC0AE435-3D59-378C-6483-B980B5527EF1}" dt="2025-10-15T20:10:40.207" v="133"/>
          <ac:spMkLst>
            <pc:docMk/>
            <pc:sldMk cId="3805620019" sldId="2134096189"/>
            <ac:spMk id="96" creationId="{31C21B52-C6B8-4B4C-AE23-7A5DF40B11A7}"/>
          </ac:spMkLst>
        </pc:spChg>
        <pc:spChg chg="del">
          <ac:chgData name="Kholodnyi, Andrei" userId="S::andrei.kholodnyi@windriver.com::f4aa91b0-a9cc-46e4-a598-b41afb18cbb4" providerId="AD" clId="Web-{CC0AE435-3D59-378C-6483-B980B5527EF1}" dt="2025-10-15T20:10:40.207" v="132"/>
          <ac:spMkLst>
            <pc:docMk/>
            <pc:sldMk cId="3805620019" sldId="2134096189"/>
            <ac:spMk id="97" creationId="{42DAD340-8E9E-483C-8C45-FAEAEA9043D3}"/>
          </ac:spMkLst>
        </pc:spChg>
        <pc:spChg chg="del">
          <ac:chgData name="Kholodnyi, Andrei" userId="S::andrei.kholodnyi@windriver.com::f4aa91b0-a9cc-46e4-a598-b41afb18cbb4" providerId="AD" clId="Web-{CC0AE435-3D59-378C-6483-B980B5527EF1}" dt="2025-10-15T20:10:40.207" v="131"/>
          <ac:spMkLst>
            <pc:docMk/>
            <pc:sldMk cId="3805620019" sldId="2134096189"/>
            <ac:spMk id="98" creationId="{B0383834-7D69-4CBA-92F7-C98F2FF87DE6}"/>
          </ac:spMkLst>
        </pc:spChg>
        <pc:spChg chg="del">
          <ac:chgData name="Kholodnyi, Andrei" userId="S::andrei.kholodnyi@windriver.com::f4aa91b0-a9cc-46e4-a598-b41afb18cbb4" providerId="AD" clId="Web-{CC0AE435-3D59-378C-6483-B980B5527EF1}" dt="2025-10-15T20:10:40.207" v="130"/>
          <ac:spMkLst>
            <pc:docMk/>
            <pc:sldMk cId="3805620019" sldId="2134096189"/>
            <ac:spMk id="99" creationId="{DF853D09-0203-42F7-BFBA-DD0A070EA03A}"/>
          </ac:spMkLst>
        </pc:spChg>
        <pc:spChg chg="del">
          <ac:chgData name="Kholodnyi, Andrei" userId="S::andrei.kholodnyi@windriver.com::f4aa91b0-a9cc-46e4-a598-b41afb18cbb4" providerId="AD" clId="Web-{CC0AE435-3D59-378C-6483-B980B5527EF1}" dt="2025-10-15T20:10:40.207" v="129"/>
          <ac:spMkLst>
            <pc:docMk/>
            <pc:sldMk cId="3805620019" sldId="2134096189"/>
            <ac:spMk id="100" creationId="{16827D98-F06C-4611-A59B-EE692711FB23}"/>
          </ac:spMkLst>
        </pc:spChg>
        <pc:spChg chg="del">
          <ac:chgData name="Kholodnyi, Andrei" userId="S::andrei.kholodnyi@windriver.com::f4aa91b0-a9cc-46e4-a598-b41afb18cbb4" providerId="AD" clId="Web-{CC0AE435-3D59-378C-6483-B980B5527EF1}" dt="2025-10-15T20:10:40.207" v="128"/>
          <ac:spMkLst>
            <pc:docMk/>
            <pc:sldMk cId="3805620019" sldId="2134096189"/>
            <ac:spMk id="101" creationId="{3BEF8C89-5A0D-4A59-A994-2ECEDFFB2981}"/>
          </ac:spMkLst>
        </pc:spChg>
        <pc:spChg chg="del">
          <ac:chgData name="Kholodnyi, Andrei" userId="S::andrei.kholodnyi@windriver.com::f4aa91b0-a9cc-46e4-a598-b41afb18cbb4" providerId="AD" clId="Web-{CC0AE435-3D59-378C-6483-B980B5527EF1}" dt="2025-10-15T20:10:40.207" v="127"/>
          <ac:spMkLst>
            <pc:docMk/>
            <pc:sldMk cId="3805620019" sldId="2134096189"/>
            <ac:spMk id="102" creationId="{50202438-045D-4317-A51C-D1051801DA5D}"/>
          </ac:spMkLst>
        </pc:spChg>
        <pc:spChg chg="del">
          <ac:chgData name="Kholodnyi, Andrei" userId="S::andrei.kholodnyi@windriver.com::f4aa91b0-a9cc-46e4-a598-b41afb18cbb4" providerId="AD" clId="Web-{CC0AE435-3D59-378C-6483-B980B5527EF1}" dt="2025-10-15T20:10:40.207" v="126"/>
          <ac:spMkLst>
            <pc:docMk/>
            <pc:sldMk cId="3805620019" sldId="2134096189"/>
            <ac:spMk id="103" creationId="{A5A6978F-788A-44E2-AFFA-CBD27FAD4DE7}"/>
          </ac:spMkLst>
        </pc:spChg>
        <pc:spChg chg="del">
          <ac:chgData name="Kholodnyi, Andrei" userId="S::andrei.kholodnyi@windriver.com::f4aa91b0-a9cc-46e4-a598-b41afb18cbb4" providerId="AD" clId="Web-{CC0AE435-3D59-378C-6483-B980B5527EF1}" dt="2025-10-15T20:10:40.207" v="125"/>
          <ac:spMkLst>
            <pc:docMk/>
            <pc:sldMk cId="3805620019" sldId="2134096189"/>
            <ac:spMk id="104" creationId="{F37006B4-7214-49B7-9AB6-3AFD801A8300}"/>
          </ac:spMkLst>
        </pc:spChg>
        <pc:spChg chg="del">
          <ac:chgData name="Kholodnyi, Andrei" userId="S::andrei.kholodnyi@windriver.com::f4aa91b0-a9cc-46e4-a598-b41afb18cbb4" providerId="AD" clId="Web-{CC0AE435-3D59-378C-6483-B980B5527EF1}" dt="2025-10-15T20:10:40.207" v="124"/>
          <ac:spMkLst>
            <pc:docMk/>
            <pc:sldMk cId="3805620019" sldId="2134096189"/>
            <ac:spMk id="105" creationId="{49F66314-9335-43DE-9179-7479E1788EEA}"/>
          </ac:spMkLst>
        </pc:spChg>
        <pc:spChg chg="del">
          <ac:chgData name="Kholodnyi, Andrei" userId="S::andrei.kholodnyi@windriver.com::f4aa91b0-a9cc-46e4-a598-b41afb18cbb4" providerId="AD" clId="Web-{CC0AE435-3D59-378C-6483-B980B5527EF1}" dt="2025-10-15T20:10:40.207" v="123"/>
          <ac:spMkLst>
            <pc:docMk/>
            <pc:sldMk cId="3805620019" sldId="2134096189"/>
            <ac:spMk id="106" creationId="{8E584A31-EC16-456A-AF18-7107DB69B215}"/>
          </ac:spMkLst>
        </pc:spChg>
        <pc:spChg chg="del">
          <ac:chgData name="Kholodnyi, Andrei" userId="S::andrei.kholodnyi@windriver.com::f4aa91b0-a9cc-46e4-a598-b41afb18cbb4" providerId="AD" clId="Web-{CC0AE435-3D59-378C-6483-B980B5527EF1}" dt="2025-10-15T20:10:40.207" v="122"/>
          <ac:spMkLst>
            <pc:docMk/>
            <pc:sldMk cId="3805620019" sldId="2134096189"/>
            <ac:spMk id="107" creationId="{ECC88C28-1269-4F0B-9BB8-B95DA4C05993}"/>
          </ac:spMkLst>
        </pc:spChg>
        <pc:spChg chg="del">
          <ac:chgData name="Kholodnyi, Andrei" userId="S::andrei.kholodnyi@windriver.com::f4aa91b0-a9cc-46e4-a598-b41afb18cbb4" providerId="AD" clId="Web-{CC0AE435-3D59-378C-6483-B980B5527EF1}" dt="2025-10-15T20:10:40.207" v="121"/>
          <ac:spMkLst>
            <pc:docMk/>
            <pc:sldMk cId="3805620019" sldId="2134096189"/>
            <ac:spMk id="108" creationId="{974CB347-E3C3-4383-8443-04D366C6F28F}"/>
          </ac:spMkLst>
        </pc:spChg>
        <pc:spChg chg="del">
          <ac:chgData name="Kholodnyi, Andrei" userId="S::andrei.kholodnyi@windriver.com::f4aa91b0-a9cc-46e4-a598-b41afb18cbb4" providerId="AD" clId="Web-{CC0AE435-3D59-378C-6483-B980B5527EF1}" dt="2025-10-15T20:10:40.207" v="120"/>
          <ac:spMkLst>
            <pc:docMk/>
            <pc:sldMk cId="3805620019" sldId="2134096189"/>
            <ac:spMk id="109" creationId="{6EBB69AA-B0BD-4FAB-8879-F21B00D3762E}"/>
          </ac:spMkLst>
        </pc:spChg>
        <pc:spChg chg="mod">
          <ac:chgData name="Kholodnyi, Andrei" userId="S::andrei.kholodnyi@windriver.com::f4aa91b0-a9cc-46e4-a598-b41afb18cbb4" providerId="AD" clId="Web-{CC0AE435-3D59-378C-6483-B980B5527EF1}" dt="2025-10-15T20:05:56.081" v="55" actId="14100"/>
          <ac:spMkLst>
            <pc:docMk/>
            <pc:sldMk cId="3805620019" sldId="2134096189"/>
            <ac:spMk id="129" creationId="{DD41BFFA-7026-4014-8854-287FD2243DF4}"/>
          </ac:spMkLst>
        </pc:spChg>
        <pc:picChg chg="add del mod">
          <ac:chgData name="Kholodnyi, Andrei" userId="S::andrei.kholodnyi@windriver.com::f4aa91b0-a9cc-46e4-a598-b41afb18cbb4" providerId="AD" clId="Web-{CC0AE435-3D59-378C-6483-B980B5527EF1}" dt="2025-10-15T20:08:58.238" v="88"/>
          <ac:picMkLst>
            <pc:docMk/>
            <pc:sldMk cId="3805620019" sldId="2134096189"/>
            <ac:picMk id="3" creationId="{5BED1A66-7910-B53B-DA37-9B5B345C563C}"/>
          </ac:picMkLst>
        </pc:picChg>
      </pc:sldChg>
      <pc:sldChg chg="addSp delSp modSp">
        <pc:chgData name="Kholodnyi, Andrei" userId="S::andrei.kholodnyi@windriver.com::f4aa91b0-a9cc-46e4-a598-b41afb18cbb4" providerId="AD" clId="Web-{CC0AE435-3D59-378C-6483-B980B5527EF1}" dt="2025-10-15T19:33:33.411" v="17"/>
        <pc:sldMkLst>
          <pc:docMk/>
          <pc:sldMk cId="1068330678" sldId="2147376546"/>
        </pc:sldMkLst>
        <pc:spChg chg="add del">
          <ac:chgData name="Kholodnyi, Andrei" userId="S::andrei.kholodnyi@windriver.com::f4aa91b0-a9cc-46e4-a598-b41afb18cbb4" providerId="AD" clId="Web-{CC0AE435-3D59-378C-6483-B980B5527EF1}" dt="2025-10-15T19:33:32.973" v="16"/>
          <ac:spMkLst>
            <pc:docMk/>
            <pc:sldMk cId="1068330678" sldId="2147376546"/>
            <ac:spMk id="6" creationId="{82847BFD-1CD9-10AD-B28B-3C89F9D16588}"/>
          </ac:spMkLst>
        </pc:spChg>
        <pc:spChg chg="add">
          <ac:chgData name="Kholodnyi, Andrei" userId="S::andrei.kholodnyi@windriver.com::f4aa91b0-a9cc-46e4-a598-b41afb18cbb4" providerId="AD" clId="Web-{CC0AE435-3D59-378C-6483-B980B5527EF1}" dt="2025-10-15T19:33:33.411" v="17"/>
          <ac:spMkLst>
            <pc:docMk/>
            <pc:sldMk cId="1068330678" sldId="2147376546"/>
            <ac:spMk id="25" creationId="{ACA339A0-11BC-9373-8FD3-43E1259BC308}"/>
          </ac:spMkLst>
        </pc:spChg>
        <pc:picChg chg="add del mod">
          <ac:chgData name="Kholodnyi, Andrei" userId="S::andrei.kholodnyi@windriver.com::f4aa91b0-a9cc-46e4-a598-b41afb18cbb4" providerId="AD" clId="Web-{CC0AE435-3D59-378C-6483-B980B5527EF1}" dt="2025-10-15T19:27:33.817" v="3"/>
          <ac:picMkLst>
            <pc:docMk/>
            <pc:sldMk cId="1068330678" sldId="2147376546"/>
            <ac:picMk id="3" creationId="{2A66A77F-975A-6208-3ABB-8B078CA1DA76}"/>
          </ac:picMkLst>
        </pc:picChg>
        <pc:picChg chg="add del mod">
          <ac:chgData name="Kholodnyi, Andrei" userId="S::andrei.kholodnyi@windriver.com::f4aa91b0-a9cc-46e4-a598-b41afb18cbb4" providerId="AD" clId="Web-{CC0AE435-3D59-378C-6483-B980B5527EF1}" dt="2025-10-15T19:33:14.223" v="14"/>
          <ac:picMkLst>
            <pc:docMk/>
            <pc:sldMk cId="1068330678" sldId="2147376546"/>
            <ac:picMk id="4" creationId="{F162F95A-8CF1-D847-1D1C-9A4C14415DC6}"/>
          </ac:picMkLst>
        </pc:picChg>
      </pc:sldChg>
      <pc:sldChg chg="modSp ord">
        <pc:chgData name="Kholodnyi, Andrei" userId="S::andrei.kholodnyi@windriver.com::f4aa91b0-a9cc-46e4-a598-b41afb18cbb4" providerId="AD" clId="Web-{CC0AE435-3D59-378C-6483-B980B5527EF1}" dt="2025-10-15T20:15:47.457" v="214" actId="20577"/>
        <pc:sldMkLst>
          <pc:docMk/>
          <pc:sldMk cId="3575967952" sldId="2147376551"/>
        </pc:sldMkLst>
        <pc:spChg chg="mod">
          <ac:chgData name="Kholodnyi, Andrei" userId="S::andrei.kholodnyi@windriver.com::f4aa91b0-a9cc-46e4-a598-b41afb18cbb4" providerId="AD" clId="Web-{CC0AE435-3D59-378C-6483-B980B5527EF1}" dt="2025-10-15T20:15:47.457" v="214" actId="20577"/>
          <ac:spMkLst>
            <pc:docMk/>
            <pc:sldMk cId="3575967952" sldId="2147376551"/>
            <ac:spMk id="2" creationId="{8B705A88-B5BF-D794-68D0-A675E0F9CB01}"/>
          </ac:spMkLst>
        </pc:spChg>
        <pc:spChg chg="mod">
          <ac:chgData name="Kholodnyi, Andrei" userId="S::andrei.kholodnyi@windriver.com::f4aa91b0-a9cc-46e4-a598-b41afb18cbb4" providerId="AD" clId="Web-{CC0AE435-3D59-378C-6483-B980B5527EF1}" dt="2025-10-15T20:15:39.614" v="212" actId="20577"/>
          <ac:spMkLst>
            <pc:docMk/>
            <pc:sldMk cId="3575967952" sldId="2147376551"/>
            <ac:spMk id="3" creationId="{8A491448-D33E-D154-90BB-0F178CE808CC}"/>
          </ac:spMkLst>
        </pc:spChg>
      </pc:sldChg>
      <pc:sldChg chg="add del replId">
        <pc:chgData name="Kholodnyi, Andrei" userId="S::andrei.kholodnyi@windriver.com::f4aa91b0-a9cc-46e4-a598-b41afb18cbb4" providerId="AD" clId="Web-{CC0AE435-3D59-378C-6483-B980B5527EF1}" dt="2025-10-15T19:25:47.520" v="1"/>
        <pc:sldMkLst>
          <pc:docMk/>
          <pc:sldMk cId="3474196711" sldId="2147376554"/>
        </pc:sldMkLst>
      </pc:sldChg>
      <pc:sldChg chg="addSp delSp modSp add">
        <pc:chgData name="Kholodnyi, Andrei" userId="S::andrei.kholodnyi@windriver.com::f4aa91b0-a9cc-46e4-a598-b41afb18cbb4" providerId="AD" clId="Web-{CC0AE435-3D59-378C-6483-B980B5527EF1}" dt="2025-10-15T19:40:12.849" v="27" actId="1076"/>
        <pc:sldMkLst>
          <pc:docMk/>
          <pc:sldMk cId="1165038120" sldId="2147473723"/>
        </pc:sldMkLst>
        <pc:picChg chg="add del mod">
          <ac:chgData name="Kholodnyi, Andrei" userId="S::andrei.kholodnyi@windriver.com::f4aa91b0-a9cc-46e4-a598-b41afb18cbb4" providerId="AD" clId="Web-{CC0AE435-3D59-378C-6483-B980B5527EF1}" dt="2025-10-15T19:39:51.209" v="23"/>
          <ac:picMkLst>
            <pc:docMk/>
            <pc:sldMk cId="1165038120" sldId="2147473723"/>
            <ac:picMk id="3" creationId="{C5C4E3EB-77C0-DB43-BEBA-5D1FC796093A}"/>
          </ac:picMkLst>
        </pc:picChg>
        <pc:picChg chg="add mod">
          <ac:chgData name="Kholodnyi, Andrei" userId="S::andrei.kholodnyi@windriver.com::f4aa91b0-a9cc-46e4-a598-b41afb18cbb4" providerId="AD" clId="Web-{CC0AE435-3D59-378C-6483-B980B5527EF1}" dt="2025-10-15T19:40:12.849" v="27" actId="1076"/>
          <ac:picMkLst>
            <pc:docMk/>
            <pc:sldMk cId="1165038120" sldId="2147473723"/>
            <ac:picMk id="4" creationId="{DF1A558B-D4CF-1465-D19E-4F37A9DD162C}"/>
          </ac:picMkLst>
        </pc:picChg>
        <pc:picChg chg="del">
          <ac:chgData name="Kholodnyi, Andrei" userId="S::andrei.kholodnyi@windriver.com::f4aa91b0-a9cc-46e4-a598-b41afb18cbb4" providerId="AD" clId="Web-{CC0AE435-3D59-378C-6483-B980B5527EF1}" dt="2025-10-15T19:37:50.865" v="19"/>
          <ac:picMkLst>
            <pc:docMk/>
            <pc:sldMk cId="1165038120" sldId="2147473723"/>
            <ac:picMk id="130" creationId="{9AA0289C-EF3B-0DA8-2AF6-148301C4478F}"/>
          </ac:picMkLst>
        </pc:picChg>
      </pc:sldChg>
      <pc:sldChg chg="addSp delSp modSp add">
        <pc:chgData name="Kholodnyi, Andrei" userId="S::andrei.kholodnyi@windriver.com::f4aa91b0-a9cc-46e4-a598-b41afb18cbb4" providerId="AD" clId="Web-{CC0AE435-3D59-378C-6483-B980B5527EF1}" dt="2025-10-15T19:32:25.426" v="12" actId="1076"/>
        <pc:sldMkLst>
          <pc:docMk/>
          <pc:sldMk cId="3901773669" sldId="2147482351"/>
        </pc:sldMkLst>
        <pc:spChg chg="mod">
          <ac:chgData name="Kholodnyi, Andrei" userId="S::andrei.kholodnyi@windriver.com::f4aa91b0-a9cc-46e4-a598-b41afb18cbb4" providerId="AD" clId="Web-{CC0AE435-3D59-378C-6483-B980B5527EF1}" dt="2025-10-15T19:29:55.254" v="7" actId="20577"/>
          <ac:spMkLst>
            <pc:docMk/>
            <pc:sldMk cId="3901773669" sldId="2147482351"/>
            <ac:spMk id="12" creationId="{9FD2FD98-E1E2-E6EB-4EE3-615A32E43FD1}"/>
          </ac:spMkLst>
        </pc:spChg>
        <pc:picChg chg="del">
          <ac:chgData name="Kholodnyi, Andrei" userId="S::andrei.kholodnyi@windriver.com::f4aa91b0-a9cc-46e4-a598-b41afb18cbb4" providerId="AD" clId="Web-{CC0AE435-3D59-378C-6483-B980B5527EF1}" dt="2025-10-15T19:32:21.411" v="11"/>
          <ac:picMkLst>
            <pc:docMk/>
            <pc:sldMk cId="3901773669" sldId="2147482351"/>
            <ac:picMk id="16" creationId="{666226F6-21C2-64FE-B44D-5705EB4C4C32}"/>
          </ac:picMkLst>
        </pc:picChg>
        <pc:picChg chg="add mod">
          <ac:chgData name="Kholodnyi, Andrei" userId="S::andrei.kholodnyi@windriver.com::f4aa91b0-a9cc-46e4-a598-b41afb18cbb4" providerId="AD" clId="Web-{CC0AE435-3D59-378C-6483-B980B5527EF1}" dt="2025-10-15T19:32:25.426" v="12" actId="1076"/>
          <ac:picMkLst>
            <pc:docMk/>
            <pc:sldMk cId="3901773669" sldId="2147482351"/>
            <ac:picMk id="53" creationId="{61467ED7-C8D0-AD0C-61E1-3A25270DA275}"/>
          </ac:picMkLst>
        </pc:picChg>
      </pc:sldChg>
      <pc:sldChg chg="addSp delSp modSp new">
        <pc:chgData name="Kholodnyi, Andrei" userId="S::andrei.kholodnyi@windriver.com::f4aa91b0-a9cc-46e4-a598-b41afb18cbb4" providerId="AD" clId="Web-{CC0AE435-3D59-378C-6483-B980B5527EF1}" dt="2025-10-15T20:10:15.660" v="118" actId="20577"/>
        <pc:sldMkLst>
          <pc:docMk/>
          <pc:sldMk cId="2092422469" sldId="2147482352"/>
        </pc:sldMkLst>
        <pc:spChg chg="mod">
          <ac:chgData name="Kholodnyi, Andrei" userId="S::andrei.kholodnyi@windriver.com::f4aa91b0-a9cc-46e4-a598-b41afb18cbb4" providerId="AD" clId="Web-{CC0AE435-3D59-378C-6483-B980B5527EF1}" dt="2025-10-15T20:10:15.660" v="118" actId="20577"/>
          <ac:spMkLst>
            <pc:docMk/>
            <pc:sldMk cId="2092422469" sldId="2147482352"/>
            <ac:spMk id="2" creationId="{B16E2442-7607-89A2-4CF5-0E29FB592F3F}"/>
          </ac:spMkLst>
        </pc:spChg>
        <pc:picChg chg="add del mod">
          <ac:chgData name="Kholodnyi, Andrei" userId="S::andrei.kholodnyi@windriver.com::f4aa91b0-a9cc-46e4-a598-b41afb18cbb4" providerId="AD" clId="Web-{CC0AE435-3D59-378C-6483-B980B5527EF1}" dt="2025-10-15T20:09:55.176" v="92"/>
          <ac:picMkLst>
            <pc:docMk/>
            <pc:sldMk cId="2092422469" sldId="2147482352"/>
            <ac:picMk id="3" creationId="{DBA618BE-CA00-C21A-0B91-658631D45F1E}"/>
          </ac:picMkLst>
        </pc:picChg>
        <pc:picChg chg="add mod">
          <ac:chgData name="Kholodnyi, Andrei" userId="S::andrei.kholodnyi@windriver.com::f4aa91b0-a9cc-46e4-a598-b41afb18cbb4" providerId="AD" clId="Web-{CC0AE435-3D59-378C-6483-B980B5527EF1}" dt="2025-10-15T20:10:02.629" v="95" actId="1076"/>
          <ac:picMkLst>
            <pc:docMk/>
            <pc:sldMk cId="2092422469" sldId="2147482352"/>
            <ac:picMk id="4" creationId="{6CA9E33A-377D-2518-A163-E279B2341AB9}"/>
          </ac:picMkLst>
        </pc:picChg>
      </pc:sldChg>
      <pc:sldChg chg="addSp modSp new">
        <pc:chgData name="Kholodnyi, Andrei" userId="S::andrei.kholodnyi@windriver.com::f4aa91b0-a9cc-46e4-a598-b41afb18cbb4" providerId="AD" clId="Web-{CC0AE435-3D59-378C-6483-B980B5527EF1}" dt="2025-10-15T20:13:52.285" v="163" actId="14100"/>
        <pc:sldMkLst>
          <pc:docMk/>
          <pc:sldMk cId="2877350182" sldId="2147482353"/>
        </pc:sldMkLst>
        <pc:spChg chg="mod">
          <ac:chgData name="Kholodnyi, Andrei" userId="S::andrei.kholodnyi@windriver.com::f4aa91b0-a9cc-46e4-a598-b41afb18cbb4" providerId="AD" clId="Web-{CC0AE435-3D59-378C-6483-B980B5527EF1}" dt="2025-10-15T20:12:49.426" v="159" actId="20577"/>
          <ac:spMkLst>
            <pc:docMk/>
            <pc:sldMk cId="2877350182" sldId="2147482353"/>
            <ac:spMk id="2" creationId="{8F27A1E1-9CFB-BA64-17B4-38CD4EAA2A42}"/>
          </ac:spMkLst>
        </pc:spChg>
        <pc:picChg chg="add mod">
          <ac:chgData name="Kholodnyi, Andrei" userId="S::andrei.kholodnyi@windriver.com::f4aa91b0-a9cc-46e4-a598-b41afb18cbb4" providerId="AD" clId="Web-{CC0AE435-3D59-378C-6483-B980B5527EF1}" dt="2025-10-15T20:13:52.285" v="163" actId="14100"/>
          <ac:picMkLst>
            <pc:docMk/>
            <pc:sldMk cId="2877350182" sldId="2147482353"/>
            <ac:picMk id="3" creationId="{11DEA598-F3BE-703D-61D5-A5CBB0A498DD}"/>
          </ac:picMkLst>
        </pc:picChg>
      </pc:sldChg>
      <pc:sldMasterChg chg="addSldLayout">
        <pc:chgData name="Kholodnyi, Andrei" userId="S::andrei.kholodnyi@windriver.com::f4aa91b0-a9cc-46e4-a598-b41afb18cbb4" providerId="AD" clId="Web-{CC0AE435-3D59-378C-6483-B980B5527EF1}" dt="2025-10-15T19:37:41.802" v="18"/>
        <pc:sldMasterMkLst>
          <pc:docMk/>
          <pc:sldMasterMk cId="2047458452" sldId="2147483800"/>
        </pc:sldMasterMkLst>
        <pc:sldLayoutChg chg="add">
          <pc:chgData name="Kholodnyi, Andrei" userId="S::andrei.kholodnyi@windriver.com::f4aa91b0-a9cc-46e4-a598-b41afb18cbb4" providerId="AD" clId="Web-{CC0AE435-3D59-378C-6483-B980B5527EF1}" dt="2025-10-15T19:37:41.802" v="18"/>
          <pc:sldLayoutMkLst>
            <pc:docMk/>
            <pc:sldMasterMk cId="2047458452" sldId="2147483800"/>
            <pc:sldLayoutMk cId="2936714271" sldId="214748383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32EA11C8-1D23-42D6-B7F0-D94EE44B480E}" type="datetimeFigureOut">
              <a:rPr lang="en-US" smtClean="0"/>
              <a:t>10/15/2025</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CD833618-F055-4DA9-AF36-F93C40EFB042}" type="slidenum">
              <a:rPr lang="en-US" smtClean="0"/>
              <a:t>‹#›</a:t>
            </a:fld>
            <a:endParaRPr lang="en-US"/>
          </a:p>
        </p:txBody>
      </p:sp>
    </p:spTree>
    <p:extLst>
      <p:ext uri="{BB962C8B-B14F-4D97-AF65-F5344CB8AC3E}">
        <p14:creationId xmlns:p14="http://schemas.microsoft.com/office/powerpoint/2010/main" val="3191023762"/>
      </p:ext>
    </p:extLst>
  </p:cSld>
  <p:clrMap bg1="lt1" tx1="dk1" bg2="lt2" tx2="dk2" accent1="accent1" accent2="accent2" accent3="accent3" accent4="accent4" accent5="accent5" accent6="accent6" hlink="hlink" folHlink="folHlink"/>
  <p:notesStyle>
    <a:lvl1pPr marL="0" algn="l" defTabSz="1217889" rtl="0" eaLnBrk="1" latinLnBrk="0" hangingPunct="1">
      <a:defRPr sz="1598" kern="1200">
        <a:solidFill>
          <a:schemeClr val="tx1"/>
        </a:solidFill>
        <a:latin typeface="+mn-lt"/>
        <a:ea typeface="+mn-ea"/>
        <a:cs typeface="+mn-cs"/>
      </a:defRPr>
    </a:lvl1pPr>
    <a:lvl2pPr marL="608945" algn="l" defTabSz="1217889" rtl="0" eaLnBrk="1" latinLnBrk="0" hangingPunct="1">
      <a:defRPr sz="1598" kern="1200">
        <a:solidFill>
          <a:schemeClr val="tx1"/>
        </a:solidFill>
        <a:latin typeface="+mn-lt"/>
        <a:ea typeface="+mn-ea"/>
        <a:cs typeface="+mn-cs"/>
      </a:defRPr>
    </a:lvl2pPr>
    <a:lvl3pPr marL="1217889" algn="l" defTabSz="1217889" rtl="0" eaLnBrk="1" latinLnBrk="0" hangingPunct="1">
      <a:defRPr sz="1598" kern="1200">
        <a:solidFill>
          <a:schemeClr val="tx1"/>
        </a:solidFill>
        <a:latin typeface="+mn-lt"/>
        <a:ea typeface="+mn-ea"/>
        <a:cs typeface="+mn-cs"/>
      </a:defRPr>
    </a:lvl3pPr>
    <a:lvl4pPr marL="1826834" algn="l" defTabSz="1217889" rtl="0" eaLnBrk="1" latinLnBrk="0" hangingPunct="1">
      <a:defRPr sz="1598" kern="1200">
        <a:solidFill>
          <a:schemeClr val="tx1"/>
        </a:solidFill>
        <a:latin typeface="+mn-lt"/>
        <a:ea typeface="+mn-ea"/>
        <a:cs typeface="+mn-cs"/>
      </a:defRPr>
    </a:lvl4pPr>
    <a:lvl5pPr marL="2435779" algn="l" defTabSz="1217889" rtl="0" eaLnBrk="1" latinLnBrk="0" hangingPunct="1">
      <a:defRPr sz="1598" kern="1200">
        <a:solidFill>
          <a:schemeClr val="tx1"/>
        </a:solidFill>
        <a:latin typeface="+mn-lt"/>
        <a:ea typeface="+mn-ea"/>
        <a:cs typeface="+mn-cs"/>
      </a:defRPr>
    </a:lvl5pPr>
    <a:lvl6pPr marL="3044723" algn="l" defTabSz="1217889" rtl="0" eaLnBrk="1" latinLnBrk="0" hangingPunct="1">
      <a:defRPr sz="1598" kern="1200">
        <a:solidFill>
          <a:schemeClr val="tx1"/>
        </a:solidFill>
        <a:latin typeface="+mn-lt"/>
        <a:ea typeface="+mn-ea"/>
        <a:cs typeface="+mn-cs"/>
      </a:defRPr>
    </a:lvl6pPr>
    <a:lvl7pPr marL="3653668" algn="l" defTabSz="1217889" rtl="0" eaLnBrk="1" latinLnBrk="0" hangingPunct="1">
      <a:defRPr sz="1598" kern="1200">
        <a:solidFill>
          <a:schemeClr val="tx1"/>
        </a:solidFill>
        <a:latin typeface="+mn-lt"/>
        <a:ea typeface="+mn-ea"/>
        <a:cs typeface="+mn-cs"/>
      </a:defRPr>
    </a:lvl7pPr>
    <a:lvl8pPr marL="4262613" algn="l" defTabSz="1217889" rtl="0" eaLnBrk="1" latinLnBrk="0" hangingPunct="1">
      <a:defRPr sz="1598" kern="1200">
        <a:solidFill>
          <a:schemeClr val="tx1"/>
        </a:solidFill>
        <a:latin typeface="+mn-lt"/>
        <a:ea typeface="+mn-ea"/>
        <a:cs typeface="+mn-cs"/>
      </a:defRPr>
    </a:lvl8pPr>
    <a:lvl9pPr marL="4871557" algn="l" defTabSz="1217889" rtl="0" eaLnBrk="1" latinLnBrk="0" hangingPunct="1">
      <a:defRPr sz="159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600">
                <a:solidFill>
                  <a:schemeClr val="bg1"/>
                </a:solidFill>
              </a:rPr>
              <a:t>With many organizations increasingly adopting cloud infrastructure for rapid operation processes, the demand for cloud robotics systems is rising in multi-folds. Moreover, improving internet connectivity led by vast deployments of cloud networks impact the market landscape positively.</a:t>
            </a:r>
          </a:p>
          <a:p>
            <a:pPr marL="285750" indent="-285750">
              <a:buFont typeface="Arial" panose="020B0604020202020204" pitchFamily="34" charset="0"/>
              <a:buChar char="•"/>
            </a:pPr>
            <a:r>
              <a:rPr lang="en-US" sz="1600" b="0" i="0">
                <a:solidFill>
                  <a:srgbClr val="293849"/>
                </a:solidFill>
                <a:effectLst/>
                <a:latin typeface="Montserrat" panose="00000500000000000000" pitchFamily="2" charset="0"/>
              </a:rPr>
              <a:t>Development in software structures and wireless technology progress defines the growing market landscape, increasing the dependence of industries on robotic cloud systems. Cloud robotics platforms provide on-demand automation solutions for material handling and inventory management in warehousing applications.</a:t>
            </a:r>
          </a:p>
          <a:p>
            <a:pPr marL="285750" indent="-285750">
              <a:buFont typeface="Arial" panose="020B0604020202020204" pitchFamily="34" charset="0"/>
              <a:buChar char="•"/>
            </a:pPr>
            <a:r>
              <a:rPr lang="en-US" b="0" i="0">
                <a:solidFill>
                  <a:srgbClr val="293849"/>
                </a:solidFill>
                <a:effectLst/>
                <a:latin typeface="Montserrat" panose="00000500000000000000" pitchFamily="2" charset="0"/>
              </a:rPr>
              <a:t>The rising use of cloud robotics in growing numbers of manufacturing, distribution, and fulfillment centers for various material handling tasks offers large opportunities to market players. Furthermore, improving official safety standards governing the design and manufacture of industrial mobile robots impacts the market growth positively</a:t>
            </a:r>
            <a:endParaRPr lang="en-US" sz="1600" b="0" i="0">
              <a:solidFill>
                <a:srgbClr val="293849"/>
              </a:solidFill>
              <a:effectLst/>
              <a:latin typeface="Montserrat" panose="00000500000000000000" pitchFamily="2" charset="0"/>
            </a:endParaRPr>
          </a:p>
          <a:p>
            <a:pPr marL="285750" indent="-285750">
              <a:buFont typeface="Arial" panose="020B0604020202020204" pitchFamily="34" charset="0"/>
              <a:buChar char="•"/>
            </a:pPr>
            <a:endParaRPr lang="en-US" sz="1600" b="0" i="0">
              <a:solidFill>
                <a:srgbClr val="293849"/>
              </a:solidFill>
              <a:effectLst/>
              <a:latin typeface="Montserrat" panose="00000500000000000000" pitchFamily="2" charset="0"/>
            </a:endParaRPr>
          </a:p>
          <a:p>
            <a:pPr algn="just"/>
            <a:r>
              <a:rPr lang="en-US" sz="1800" b="0" i="0" u="none" strike="noStrike">
                <a:solidFill>
                  <a:srgbClr val="0E101A"/>
                </a:solidFill>
                <a:effectLst/>
                <a:latin typeface="Times New Roman" panose="02020603050405020304" pitchFamily="18" charset="0"/>
              </a:rPr>
              <a:t>The COVID19 lockdown measures forced the industrial sector to shut down their production work which disrupted the supply chain. Many organizations faced challenges in functioning operations and manual working practices due to the lockdown restrictions. However, the global market was still maintaining its growth and never been in a low phase. The reason behind the exponential growth is the increased migration of industries in adopting automated operational systems instead of manual techniques. The increase in demand for automated systems creates an unexpected rise in the global cloud robotics market</a:t>
            </a:r>
            <a:r>
              <a:rPr lang="en-US" sz="1800" b="1" i="0" u="none" strike="noStrike">
                <a:solidFill>
                  <a:srgbClr val="0E101A"/>
                </a:solidFill>
                <a:effectLst/>
                <a:latin typeface="Times New Roman" panose="02020603050405020304" pitchFamily="18" charset="0"/>
              </a:rPr>
              <a:t>. Cloud robotics market sales</a:t>
            </a:r>
            <a:r>
              <a:rPr lang="en-US" sz="1800" b="0" i="0" u="none" strike="noStrike">
                <a:solidFill>
                  <a:srgbClr val="0E101A"/>
                </a:solidFill>
                <a:effectLst/>
                <a:latin typeface="Times New Roman" panose="02020603050405020304" pitchFamily="18" charset="0"/>
              </a:rPr>
              <a:t> are expected to reach greater heights in the upcoming years.</a:t>
            </a:r>
          </a:p>
          <a:p>
            <a:pPr algn="just"/>
            <a:endParaRPr lang="en-US" sz="1800" b="0" i="0" u="none" strike="noStrike">
              <a:solidFill>
                <a:srgbClr val="0E101A"/>
              </a:solidFill>
              <a:effectLst/>
              <a:latin typeface="Times New Roman" panose="02020603050405020304" pitchFamily="18" charset="0"/>
            </a:endParaRPr>
          </a:p>
          <a:p>
            <a:pPr algn="just"/>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trends</a:t>
            </a:r>
            <a:r>
              <a:rPr lang="en-US" b="0" i="0">
                <a:solidFill>
                  <a:srgbClr val="0E101A"/>
                </a:solidFill>
                <a:effectLst/>
                <a:latin typeface="arial" panose="020B0604020202020204" pitchFamily="34" charset="0"/>
              </a:rPr>
              <a:t> are blooming in the field of artificial intelligence and produce vast opportunities for the global market. More and more industries are accepting cloud robotics technology as it has benefits of both robotics as well as cloud-based systems. The robotics features provide sensation, control, and actuation to the systems, whereas the cloud technology provides on-demand, convenient, and omnipresent network access.</a:t>
            </a:r>
            <a:endParaRPr lang="en-US" b="0" i="0">
              <a:solidFill>
                <a:srgbClr val="333333"/>
              </a:solidFill>
              <a:effectLst/>
              <a:latin typeface="arial" panose="020B0604020202020204" pitchFamily="34" charset="0"/>
            </a:endParaRPr>
          </a:p>
          <a:p>
            <a:endParaRPr lang="en-US"/>
          </a:p>
          <a:p>
            <a:r>
              <a:rPr lang="en-US" b="0" i="0">
                <a:solidFill>
                  <a:srgbClr val="0E101A"/>
                </a:solidFill>
                <a:effectLst/>
                <a:latin typeface="arial" panose="020B0604020202020204" pitchFamily="34" charset="0"/>
              </a:rPr>
              <a:t>Higher installation cost restricts enterprises to adopt the technology and opt for a much cheaper option. Another major challenge in the market is the shortage of technical expertise in the industries that restrain the growth of the market.</a:t>
            </a:r>
          </a:p>
          <a:p>
            <a:endParaRPr lang="en-US" b="0" i="0">
              <a:solidFill>
                <a:srgbClr val="0E101A"/>
              </a:solidFill>
              <a:effectLst/>
              <a:latin typeface="arial" panose="020B0604020202020204" pitchFamily="34" charset="0"/>
            </a:endParaRPr>
          </a:p>
          <a:p>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segments</a:t>
            </a:r>
            <a:r>
              <a:rPr lang="en-US" b="0" i="0">
                <a:solidFill>
                  <a:srgbClr val="0E101A"/>
                </a:solidFill>
                <a:effectLst/>
                <a:latin typeface="arial" panose="020B0604020202020204" pitchFamily="34" charset="0"/>
              </a:rPr>
              <a:t> on the basis of application include defense, healthcare, manufacturing, retail, transportation, aerospace, agriculture, and many other sectors. The market segment on the basis of connectivity comprises Wi-Fi, 5G, Bluetooth, radiofrequency, and infrared connectivity. The market segment on the basis of type involves proxy-based, clone-based, and peer-based cloud robotics.</a:t>
            </a:r>
          </a:p>
          <a:p>
            <a:endParaRPr lang="en-US" b="0" i="0">
              <a:solidFill>
                <a:srgbClr val="0E101A"/>
              </a:solidFill>
              <a:effectLst/>
              <a:latin typeface="arial" panose="020B0604020202020204" pitchFamily="34" charset="0"/>
            </a:endParaRPr>
          </a:p>
          <a:p>
            <a:r>
              <a:rPr lang="en-US" b="0" i="0">
                <a:solidFill>
                  <a:srgbClr val="2A2A2A"/>
                </a:solidFill>
                <a:effectLst/>
                <a:latin typeface="Open Sans" panose="020B0606030504020204" pitchFamily="34" charset="0"/>
              </a:rPr>
              <a:t>enabling cloud robotics to integrate the functionalities of edge computing and benefits of ultra-low network latency with the help of modern 5G networks. With faster communication networks, robots and system automation have shifted from being the future innovations of the research labs to actually becoming a crucial cost, time, and energy-saving element of modern industries and businesses. Intelligent robots and their control systems have enabled entire processes, like vehicle assembly, to be carried out automatically. By adding mobility to the mix, the possibilities to include system automation in almost any industry increases dramatically. Moreover, the basic characteristic that determines the stability and operability of cloud-controlled robot control is the network latency, and so for most use cases, 4G is a good starting point to provide connectivity. But with newer technologies such as 5G, which supports a wider range of requirements including sub-millisecond latency, it can fulfill both the bandwidth and latency needs that applications such as remote-control robotics may require.</a:t>
            </a:r>
            <a:br>
              <a:rPr lang="en-US"/>
            </a:br>
            <a:endParaRPr lang="de-DE" sz="1600">
              <a:solidFill>
                <a:schemeClr val="bg1"/>
              </a:solidFill>
            </a:endParaRPr>
          </a:p>
          <a:p>
            <a:pPr algn="just">
              <a:buFont typeface="+mj-lt"/>
              <a:buAutoNum type="arabicPeriod"/>
            </a:pPr>
            <a:r>
              <a:rPr lang="en-US" b="1" i="0">
                <a:solidFill>
                  <a:srgbClr val="000000"/>
                </a:solidFill>
                <a:effectLst/>
                <a:latin typeface="-apple-system"/>
              </a:rPr>
              <a:t>Advent of 5G technology can provide major growth opportunities over the forecast period</a:t>
            </a:r>
            <a:endParaRPr lang="en-US" b="0" i="0">
              <a:solidFill>
                <a:srgbClr val="000000"/>
              </a:solidFill>
              <a:effectLst/>
              <a:latin typeface="-apple-system"/>
            </a:endParaRPr>
          </a:p>
          <a:p>
            <a:pPr algn="just"/>
            <a:r>
              <a:rPr lang="en-US" b="0" i="0">
                <a:solidFill>
                  <a:srgbClr val="000000"/>
                </a:solidFill>
                <a:effectLst/>
                <a:latin typeface="-apple-system"/>
              </a:rPr>
              <a:t>Deployment of cloud-based robotic systems requires reliable and constant connectivity, regardless of the environment it operates within. Wireless technology offers these solutions and eliminates the need for complex wireline connections to provide communication systems. Moreover, 5G is expected to offer very low latency and is an obvious choice for applications that require high capacity. 5G supports a wider range of requirements such as sub-millisecond latency. For instance, Ericsson has partnered with biomedical companies such as </a:t>
            </a:r>
            <a:r>
              <a:rPr lang="en-US" b="0" i="0" err="1">
                <a:solidFill>
                  <a:srgbClr val="000000"/>
                </a:solidFill>
                <a:effectLst/>
                <a:latin typeface="-apple-system"/>
              </a:rPr>
              <a:t>EI.En</a:t>
            </a:r>
            <a:r>
              <a:rPr lang="en-US" b="0" i="0">
                <a:solidFill>
                  <a:srgbClr val="000000"/>
                </a:solidFill>
                <a:effectLst/>
                <a:latin typeface="-apple-system"/>
              </a:rPr>
              <a:t> and </a:t>
            </a:r>
            <a:r>
              <a:rPr lang="en-US" b="0" i="0" err="1">
                <a:solidFill>
                  <a:srgbClr val="000000"/>
                </a:solidFill>
                <a:effectLst/>
                <a:latin typeface="-apple-system"/>
              </a:rPr>
              <a:t>Imaginalis</a:t>
            </a:r>
            <a:r>
              <a:rPr lang="en-US" b="0" i="0">
                <a:solidFill>
                  <a:srgbClr val="000000"/>
                </a:solidFill>
                <a:effectLst/>
                <a:latin typeface="-apple-system"/>
              </a:rPr>
              <a:t> for robotic-assisted surgeries and remote diagnosis.</a:t>
            </a:r>
          </a:p>
          <a:p>
            <a:endParaRPr lang="en-US"/>
          </a:p>
          <a:p>
            <a:pPr algn="just">
              <a:buFont typeface="+mj-lt"/>
              <a:buAutoNum type="arabicPeriod" startAt="2"/>
            </a:pPr>
            <a:r>
              <a:rPr lang="en-US" b="1" i="0">
                <a:solidFill>
                  <a:srgbClr val="000000"/>
                </a:solidFill>
                <a:effectLst/>
                <a:latin typeface="-apple-system"/>
              </a:rPr>
              <a:t>Technological advancements in robotic applications are expected to present lucrative business opportunities</a:t>
            </a:r>
            <a:endParaRPr lang="en-US" b="0" i="0">
              <a:solidFill>
                <a:srgbClr val="000000"/>
              </a:solidFill>
              <a:effectLst/>
              <a:latin typeface="-apple-system"/>
            </a:endParaRPr>
          </a:p>
          <a:p>
            <a:pPr algn="just"/>
            <a:r>
              <a:rPr lang="en-US" b="0" i="0">
                <a:solidFill>
                  <a:srgbClr val="000000"/>
                </a:solidFill>
                <a:effectLst/>
                <a:latin typeface="-apple-system"/>
              </a:rPr>
              <a:t>The development in the robotics industry has enabled new robots to perform a plethora of applications. Robots can now perceive, manipulate, place and pick a wide variety of objects in less structured environments. Cloud robotics is considered as a step-further in this, enabling major advancements in automotive and other industrial applications. For instance, Google’s driverless cars are cloud robots, these cars use cloud services to navigate using Google’s enormous database of satellite and maps. These cars combine this data with current and past traffic patterns to avoid collisions.</a:t>
            </a:r>
          </a:p>
          <a:p>
            <a:endParaRPr lang="en-US"/>
          </a:p>
          <a:p>
            <a:r>
              <a:rPr lang="en-US" b="0" i="0">
                <a:solidFill>
                  <a:srgbClr val="000000"/>
                </a:solidFill>
                <a:effectLst/>
                <a:latin typeface="-apple-system"/>
              </a:rPr>
              <a:t>Clone-based robots are gaining traction in the market at a higher rate with increasing adoption of cloud robotics. In clone-based robots, the applications or tasks can be divided between the robots or its clone in the cloud. Robotic clones can form an enhanced network with strong connectivity for improved data transfer and connectivity. For instance, CA Technologies has developed cloning systems for various robotic applications. This cloning platform avoids robot device ID duplication for improved results and elimination of unexpected results.</a:t>
            </a:r>
            <a:endParaRPr lang="en-US"/>
          </a:p>
        </p:txBody>
      </p:sp>
      <p:sp>
        <p:nvSpPr>
          <p:cNvPr id="4" name="Slide Number Placeholder 3"/>
          <p:cNvSpPr>
            <a:spLocks noGrp="1"/>
          </p:cNvSpPr>
          <p:nvPr>
            <p:ph type="sldNum" sz="quarter" idx="5"/>
          </p:nvPr>
        </p:nvSpPr>
        <p:spPr/>
        <p:txBody>
          <a:bodyPr/>
          <a:lstStyle/>
          <a:p>
            <a:fld id="{CD833618-F055-4DA9-AF36-F93C40EFB042}" type="slidenum">
              <a:rPr lang="en-US" smtClean="0"/>
              <a:t>2</a:t>
            </a:fld>
            <a:endParaRPr lang="en-US"/>
          </a:p>
        </p:txBody>
      </p:sp>
    </p:spTree>
    <p:extLst>
      <p:ext uri="{BB962C8B-B14F-4D97-AF65-F5344CB8AC3E}">
        <p14:creationId xmlns:p14="http://schemas.microsoft.com/office/powerpoint/2010/main" val="4245649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61C200-30CA-444B-8AF4-CCA435D75143}" type="slidenum">
              <a:rPr lang="en-US" smtClean="0"/>
              <a:t>5</a:t>
            </a:fld>
            <a:endParaRPr lang="en-US"/>
          </a:p>
        </p:txBody>
      </p:sp>
    </p:spTree>
    <p:extLst>
      <p:ext uri="{BB962C8B-B14F-4D97-AF65-F5344CB8AC3E}">
        <p14:creationId xmlns:p14="http://schemas.microsoft.com/office/powerpoint/2010/main" val="601576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4DD26-6EB1-26A6-D7C3-F595E651FF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18241-3C9A-9A37-5A7F-BD1ABF544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C4806-EA3D-0FCB-26B3-C5AC71D5FF85}"/>
              </a:ext>
            </a:extLst>
          </p:cNvPr>
          <p:cNvSpPr>
            <a:spLocks noGrp="1"/>
          </p:cNvSpPr>
          <p:nvPr>
            <p:ph type="body" idx="1"/>
          </p:nvPr>
        </p:nvSpPr>
        <p:spPr/>
        <p:txBody>
          <a:bodyPr/>
          <a:lstStyle/>
          <a:p>
            <a:pPr marL="285750" indent="-285750">
              <a:buFont typeface="Arial" panose="020B0604020202020204" pitchFamily="34" charset="0"/>
              <a:buChar char="•"/>
            </a:pPr>
            <a:r>
              <a:rPr lang="en-US" sz="1600">
                <a:solidFill>
                  <a:schemeClr val="bg1"/>
                </a:solidFill>
              </a:rPr>
              <a:t>With many organizations increasingly adopting cloud infrastructure for rapid operation processes, the demand for cloud robotics systems is rising in multi-folds. Moreover, improving internet connectivity led by vast deployments of cloud networks impact the market landscape positively.</a:t>
            </a:r>
          </a:p>
          <a:p>
            <a:pPr marL="285750" indent="-285750">
              <a:buFont typeface="Arial" panose="020B0604020202020204" pitchFamily="34" charset="0"/>
              <a:buChar char="•"/>
            </a:pPr>
            <a:r>
              <a:rPr lang="en-US" sz="1600" b="0" i="0">
                <a:solidFill>
                  <a:srgbClr val="293849"/>
                </a:solidFill>
                <a:effectLst/>
                <a:latin typeface="Montserrat" panose="00000500000000000000" pitchFamily="2" charset="0"/>
              </a:rPr>
              <a:t>Development in software structures and wireless technology progress defines the growing market landscape, increasing the dependence of industries on robotic cloud systems. Cloud robotics platforms provide on-demand automation solutions for material handling and inventory management in warehousing applications.</a:t>
            </a:r>
          </a:p>
          <a:p>
            <a:pPr marL="285750" indent="-285750">
              <a:buFont typeface="Arial" panose="020B0604020202020204" pitchFamily="34" charset="0"/>
              <a:buChar char="•"/>
            </a:pPr>
            <a:r>
              <a:rPr lang="en-US" b="0" i="0">
                <a:solidFill>
                  <a:srgbClr val="293849"/>
                </a:solidFill>
                <a:effectLst/>
                <a:latin typeface="Montserrat" panose="00000500000000000000" pitchFamily="2" charset="0"/>
              </a:rPr>
              <a:t>The rising use of cloud robotics in growing numbers of manufacturing, distribution, and fulfillment centers for various material handling tasks offers large opportunities to market players. Furthermore, improving official safety standards governing the design and manufacture of industrial mobile robots impacts the market growth positively</a:t>
            </a:r>
            <a:endParaRPr lang="en-US" sz="1600" b="0" i="0">
              <a:solidFill>
                <a:srgbClr val="293849"/>
              </a:solidFill>
              <a:effectLst/>
              <a:latin typeface="Montserrat" panose="00000500000000000000" pitchFamily="2" charset="0"/>
            </a:endParaRPr>
          </a:p>
          <a:p>
            <a:pPr marL="285750" indent="-285750">
              <a:buFont typeface="Arial" panose="020B0604020202020204" pitchFamily="34" charset="0"/>
              <a:buChar char="•"/>
            </a:pPr>
            <a:endParaRPr lang="en-US" sz="1600" b="0" i="0">
              <a:solidFill>
                <a:srgbClr val="293849"/>
              </a:solidFill>
              <a:effectLst/>
              <a:latin typeface="Montserrat" panose="00000500000000000000" pitchFamily="2" charset="0"/>
            </a:endParaRPr>
          </a:p>
          <a:p>
            <a:pPr algn="just"/>
            <a:r>
              <a:rPr lang="en-US" sz="1800" b="0" i="0" u="none" strike="noStrike">
                <a:solidFill>
                  <a:srgbClr val="0E101A"/>
                </a:solidFill>
                <a:effectLst/>
                <a:latin typeface="Times New Roman" panose="02020603050405020304" pitchFamily="18" charset="0"/>
              </a:rPr>
              <a:t>The COVID19 lockdown measures forced the industrial sector to shut down their production work which disrupted the supply chain. Many organizations faced challenges in functioning operations and manual working practices due to the lockdown restrictions. However, the global market was still maintaining its growth and never been in a low phase. The reason behind the exponential growth is the increased migration of industries in adopting automated operational systems instead of manual techniques. The increase in demand for automated systems creates an unexpected rise in the global cloud robotics market</a:t>
            </a:r>
            <a:r>
              <a:rPr lang="en-US" sz="1800" b="1" i="0" u="none" strike="noStrike">
                <a:solidFill>
                  <a:srgbClr val="0E101A"/>
                </a:solidFill>
                <a:effectLst/>
                <a:latin typeface="Times New Roman" panose="02020603050405020304" pitchFamily="18" charset="0"/>
              </a:rPr>
              <a:t>. Cloud robotics market sales</a:t>
            </a:r>
            <a:r>
              <a:rPr lang="en-US" sz="1800" b="0" i="0" u="none" strike="noStrike">
                <a:solidFill>
                  <a:srgbClr val="0E101A"/>
                </a:solidFill>
                <a:effectLst/>
                <a:latin typeface="Times New Roman" panose="02020603050405020304" pitchFamily="18" charset="0"/>
              </a:rPr>
              <a:t> are expected to reach greater heights in the upcoming years.</a:t>
            </a:r>
          </a:p>
          <a:p>
            <a:pPr algn="just"/>
            <a:endParaRPr lang="en-US" sz="1800" b="0" i="0" u="none" strike="noStrike">
              <a:solidFill>
                <a:srgbClr val="0E101A"/>
              </a:solidFill>
              <a:effectLst/>
              <a:latin typeface="Times New Roman" panose="02020603050405020304" pitchFamily="18" charset="0"/>
            </a:endParaRPr>
          </a:p>
          <a:p>
            <a:pPr algn="just"/>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trends</a:t>
            </a:r>
            <a:r>
              <a:rPr lang="en-US" b="0" i="0">
                <a:solidFill>
                  <a:srgbClr val="0E101A"/>
                </a:solidFill>
                <a:effectLst/>
                <a:latin typeface="arial" panose="020B0604020202020204" pitchFamily="34" charset="0"/>
              </a:rPr>
              <a:t> are blooming in the field of artificial intelligence and produce vast opportunities for the global market. More and more industries are accepting cloud robotics technology as it has benefits of both robotics as well as cloud-based systems. The robotics features provide sensation, control, and actuation to the systems, whereas the cloud technology provides on-demand, convenient, and omnipresent network access.</a:t>
            </a:r>
            <a:endParaRPr lang="en-US" b="0" i="0">
              <a:solidFill>
                <a:srgbClr val="333333"/>
              </a:solidFill>
              <a:effectLst/>
              <a:latin typeface="arial" panose="020B0604020202020204" pitchFamily="34" charset="0"/>
            </a:endParaRPr>
          </a:p>
          <a:p>
            <a:endParaRPr lang="en-US"/>
          </a:p>
          <a:p>
            <a:r>
              <a:rPr lang="en-US" b="0" i="0">
                <a:solidFill>
                  <a:srgbClr val="0E101A"/>
                </a:solidFill>
                <a:effectLst/>
                <a:latin typeface="arial" panose="020B0604020202020204" pitchFamily="34" charset="0"/>
              </a:rPr>
              <a:t>Higher installation cost restricts enterprises to adopt the technology and opt for a much cheaper option. Another major challenge in the market is the shortage of technical expertise in the industries that restrain the growth of the market.</a:t>
            </a:r>
          </a:p>
          <a:p>
            <a:endParaRPr lang="en-US" b="0" i="0">
              <a:solidFill>
                <a:srgbClr val="0E101A"/>
              </a:solidFill>
              <a:effectLst/>
              <a:latin typeface="arial" panose="020B0604020202020204" pitchFamily="34" charset="0"/>
            </a:endParaRPr>
          </a:p>
          <a:p>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segments</a:t>
            </a:r>
            <a:r>
              <a:rPr lang="en-US" b="0" i="0">
                <a:solidFill>
                  <a:srgbClr val="0E101A"/>
                </a:solidFill>
                <a:effectLst/>
                <a:latin typeface="arial" panose="020B0604020202020204" pitchFamily="34" charset="0"/>
              </a:rPr>
              <a:t> on the basis of application include defense, healthcare, manufacturing, retail, transportation, aerospace, agriculture, and many other sectors. The market segment on the basis of connectivity comprises Wi-Fi, 5G, Bluetooth, radiofrequency, and infrared connectivity. The market segment on the basis of type involves proxy-based, clone-based, and peer-based cloud robotics.</a:t>
            </a:r>
          </a:p>
          <a:p>
            <a:endParaRPr lang="en-US" b="0" i="0">
              <a:solidFill>
                <a:srgbClr val="0E101A"/>
              </a:solidFill>
              <a:effectLst/>
              <a:latin typeface="arial" panose="020B0604020202020204" pitchFamily="34" charset="0"/>
            </a:endParaRPr>
          </a:p>
          <a:p>
            <a:r>
              <a:rPr lang="en-US" b="0" i="0">
                <a:solidFill>
                  <a:srgbClr val="2A2A2A"/>
                </a:solidFill>
                <a:effectLst/>
                <a:latin typeface="Open Sans" panose="020B0606030504020204" pitchFamily="34" charset="0"/>
              </a:rPr>
              <a:t>enabling cloud robotics to integrate the functionalities of edge computing and benefits of ultra-low network latency with the help of modern 5G networks. With faster communication networks, robots and system automation have shifted from being the future innovations of the research labs to actually becoming a crucial cost, time, and energy-saving element of modern industries and businesses. Intelligent robots and their control systems have enabled entire processes, like vehicle assembly, to be carried out automatically. By adding mobility to the mix, the possibilities to include system automation in almost any industry increases dramatically. Moreover, the basic characteristic that determines the stability and operability of cloud-controlled robot control is the network latency, and so for most use cases, 4G is a good starting point to provide connectivity. But with newer technologies such as 5G, which supports a wider range of requirements including sub-millisecond latency, it can fulfill both the bandwidth and latency needs that applications such as remote-control robotics may require.</a:t>
            </a:r>
            <a:br>
              <a:rPr lang="en-US"/>
            </a:br>
            <a:endParaRPr lang="de-DE" sz="1600">
              <a:solidFill>
                <a:schemeClr val="bg1"/>
              </a:solidFill>
            </a:endParaRPr>
          </a:p>
          <a:p>
            <a:pPr algn="just">
              <a:buFont typeface="+mj-lt"/>
              <a:buAutoNum type="arabicPeriod"/>
            </a:pPr>
            <a:r>
              <a:rPr lang="en-US" b="1" i="0">
                <a:solidFill>
                  <a:srgbClr val="000000"/>
                </a:solidFill>
                <a:effectLst/>
                <a:latin typeface="-apple-system"/>
              </a:rPr>
              <a:t>Advent of 5G technology can provide major growth opportunities over the forecast period</a:t>
            </a:r>
            <a:endParaRPr lang="en-US" b="0" i="0">
              <a:solidFill>
                <a:srgbClr val="000000"/>
              </a:solidFill>
              <a:effectLst/>
              <a:latin typeface="-apple-system"/>
            </a:endParaRPr>
          </a:p>
          <a:p>
            <a:pPr algn="just"/>
            <a:r>
              <a:rPr lang="en-US" b="0" i="0">
                <a:solidFill>
                  <a:srgbClr val="000000"/>
                </a:solidFill>
                <a:effectLst/>
                <a:latin typeface="-apple-system"/>
              </a:rPr>
              <a:t>Deployment of cloud-based robotic systems requires reliable and constant connectivity, regardless of the environment it operates within. Wireless technology offers these solutions and eliminates the need for complex wireline connections to provide communication systems. Moreover, 5G is expected to offer very low latency and is an obvious choice for applications that require high capacity. 5G supports a wider range of requirements such as sub-millisecond latency. For instance, Ericsson has partnered with biomedical companies such as </a:t>
            </a:r>
            <a:r>
              <a:rPr lang="en-US" b="0" i="0" err="1">
                <a:solidFill>
                  <a:srgbClr val="000000"/>
                </a:solidFill>
                <a:effectLst/>
                <a:latin typeface="-apple-system"/>
              </a:rPr>
              <a:t>EI.En</a:t>
            </a:r>
            <a:r>
              <a:rPr lang="en-US" b="0" i="0">
                <a:solidFill>
                  <a:srgbClr val="000000"/>
                </a:solidFill>
                <a:effectLst/>
                <a:latin typeface="-apple-system"/>
              </a:rPr>
              <a:t> and </a:t>
            </a:r>
            <a:r>
              <a:rPr lang="en-US" b="0" i="0" err="1">
                <a:solidFill>
                  <a:srgbClr val="000000"/>
                </a:solidFill>
                <a:effectLst/>
                <a:latin typeface="-apple-system"/>
              </a:rPr>
              <a:t>Imaginalis</a:t>
            </a:r>
            <a:r>
              <a:rPr lang="en-US" b="0" i="0">
                <a:solidFill>
                  <a:srgbClr val="000000"/>
                </a:solidFill>
                <a:effectLst/>
                <a:latin typeface="-apple-system"/>
              </a:rPr>
              <a:t> for robotic-assisted surgeries and remote diagnosis.</a:t>
            </a:r>
          </a:p>
          <a:p>
            <a:endParaRPr lang="en-US"/>
          </a:p>
          <a:p>
            <a:pPr algn="just">
              <a:buFont typeface="+mj-lt"/>
              <a:buAutoNum type="arabicPeriod" startAt="2"/>
            </a:pPr>
            <a:r>
              <a:rPr lang="en-US" b="1" i="0">
                <a:solidFill>
                  <a:srgbClr val="000000"/>
                </a:solidFill>
                <a:effectLst/>
                <a:latin typeface="-apple-system"/>
              </a:rPr>
              <a:t>Technological advancements in robotic applications are expected to present lucrative business opportunities</a:t>
            </a:r>
            <a:endParaRPr lang="en-US" b="0" i="0">
              <a:solidFill>
                <a:srgbClr val="000000"/>
              </a:solidFill>
              <a:effectLst/>
              <a:latin typeface="-apple-system"/>
            </a:endParaRPr>
          </a:p>
          <a:p>
            <a:pPr algn="just"/>
            <a:r>
              <a:rPr lang="en-US" b="0" i="0">
                <a:solidFill>
                  <a:srgbClr val="000000"/>
                </a:solidFill>
                <a:effectLst/>
                <a:latin typeface="-apple-system"/>
              </a:rPr>
              <a:t>The development in the robotics industry has enabled new robots to perform a plethora of applications. Robots can now perceive, manipulate, place and pick a wide variety of objects in less structured environments. Cloud robotics is considered as a step-further in this, enabling major advancements in automotive and other industrial applications. For instance, Google’s driverless cars are cloud robots, these cars use cloud services to navigate using Google’s enormous database of satellite and maps. These cars combine this data with current and past traffic patterns to avoid collisions.</a:t>
            </a:r>
          </a:p>
          <a:p>
            <a:endParaRPr lang="en-US"/>
          </a:p>
          <a:p>
            <a:r>
              <a:rPr lang="en-US" b="0" i="0">
                <a:solidFill>
                  <a:srgbClr val="000000"/>
                </a:solidFill>
                <a:effectLst/>
                <a:latin typeface="-apple-system"/>
              </a:rPr>
              <a:t>Clone-based robots are gaining traction in the market at a higher rate with increasing adoption of cloud robotics. In clone-based robots, the applications or tasks can be divided between the robots or its clone in the cloud. Robotic clones can form an enhanced network with strong connectivity for improved data transfer and connectivity. For instance, CA Technologies has developed cloning systems for various robotic applications. This cloning platform avoids robot device ID duplication for improved results and elimination of unexpected results.</a:t>
            </a:r>
            <a:endParaRPr lang="en-US"/>
          </a:p>
        </p:txBody>
      </p:sp>
      <p:sp>
        <p:nvSpPr>
          <p:cNvPr id="4" name="Slide Number Placeholder 3">
            <a:extLst>
              <a:ext uri="{FF2B5EF4-FFF2-40B4-BE49-F238E27FC236}">
                <a16:creationId xmlns:a16="http://schemas.microsoft.com/office/drawing/2014/main" id="{C17D9F50-D3EB-3F15-D515-A24EDE231A65}"/>
              </a:ext>
            </a:extLst>
          </p:cNvPr>
          <p:cNvSpPr>
            <a:spLocks noGrp="1"/>
          </p:cNvSpPr>
          <p:nvPr>
            <p:ph type="sldNum" sz="quarter" idx="5"/>
          </p:nvPr>
        </p:nvSpPr>
        <p:spPr/>
        <p:txBody>
          <a:bodyPr/>
          <a:lstStyle/>
          <a:p>
            <a:fld id="{CD833618-F055-4DA9-AF36-F93C40EFB042}" type="slidenum">
              <a:rPr lang="en-US" smtClean="0"/>
              <a:t>10</a:t>
            </a:fld>
            <a:endParaRPr lang="en-US"/>
          </a:p>
        </p:txBody>
      </p:sp>
    </p:spTree>
    <p:extLst>
      <p:ext uri="{BB962C8B-B14F-4D97-AF65-F5344CB8AC3E}">
        <p14:creationId xmlns:p14="http://schemas.microsoft.com/office/powerpoint/2010/main" val="3258126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9AB30-0B81-4A2B-04C6-CABFD8D38C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5BE35-9B2A-F9DC-4C8B-690CBA68ED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29A5D4-6095-9409-1216-7B7197E367B3}"/>
              </a:ext>
            </a:extLst>
          </p:cNvPr>
          <p:cNvSpPr>
            <a:spLocks noGrp="1"/>
          </p:cNvSpPr>
          <p:nvPr>
            <p:ph type="body" idx="1"/>
          </p:nvPr>
        </p:nvSpPr>
        <p:spPr/>
        <p:txBody>
          <a:bodyPr/>
          <a:lstStyle/>
          <a:p>
            <a:pPr marL="285750" indent="-285750">
              <a:buFont typeface="Arial" panose="020B0604020202020204" pitchFamily="34" charset="0"/>
              <a:buChar char="•"/>
            </a:pPr>
            <a:r>
              <a:rPr lang="en-US" sz="1600">
                <a:solidFill>
                  <a:schemeClr val="bg1"/>
                </a:solidFill>
              </a:rPr>
              <a:t>With many organizations increasingly adopting cloud infrastructure for rapid operation processes, the demand for cloud robotics systems is rising in multi-folds. Moreover, improving internet connectivity led by vast deployments of cloud networks impact the market landscape positively.</a:t>
            </a:r>
          </a:p>
          <a:p>
            <a:pPr marL="285750" indent="-285750">
              <a:buFont typeface="Arial" panose="020B0604020202020204" pitchFamily="34" charset="0"/>
              <a:buChar char="•"/>
            </a:pPr>
            <a:r>
              <a:rPr lang="en-US" sz="1600" b="0" i="0">
                <a:solidFill>
                  <a:srgbClr val="293849"/>
                </a:solidFill>
                <a:effectLst/>
                <a:latin typeface="Montserrat" panose="00000500000000000000" pitchFamily="2" charset="0"/>
              </a:rPr>
              <a:t>Development in software structures and wireless technology progress defines the growing market landscape, increasing the dependence of industries on robotic cloud systems. Cloud robotics platforms provide on-demand automation solutions for material handling and inventory management in warehousing applications.</a:t>
            </a:r>
          </a:p>
          <a:p>
            <a:pPr marL="285750" indent="-285750">
              <a:buFont typeface="Arial" panose="020B0604020202020204" pitchFamily="34" charset="0"/>
              <a:buChar char="•"/>
            </a:pPr>
            <a:r>
              <a:rPr lang="en-US" b="0" i="0">
                <a:solidFill>
                  <a:srgbClr val="293849"/>
                </a:solidFill>
                <a:effectLst/>
                <a:latin typeface="Montserrat" panose="00000500000000000000" pitchFamily="2" charset="0"/>
              </a:rPr>
              <a:t>The rising use of cloud robotics in growing numbers of manufacturing, distribution, and fulfillment centers for various material handling tasks offers large opportunities to market players. Furthermore, improving official safety standards governing the design and manufacture of industrial mobile robots impacts the market growth positively</a:t>
            </a:r>
            <a:endParaRPr lang="en-US" sz="1600" b="0" i="0">
              <a:solidFill>
                <a:srgbClr val="293849"/>
              </a:solidFill>
              <a:effectLst/>
              <a:latin typeface="Montserrat" panose="00000500000000000000" pitchFamily="2" charset="0"/>
            </a:endParaRPr>
          </a:p>
          <a:p>
            <a:pPr marL="285750" indent="-285750">
              <a:buFont typeface="Arial" panose="020B0604020202020204" pitchFamily="34" charset="0"/>
              <a:buChar char="•"/>
            </a:pPr>
            <a:endParaRPr lang="en-US" sz="1600" b="0" i="0">
              <a:solidFill>
                <a:srgbClr val="293849"/>
              </a:solidFill>
              <a:effectLst/>
              <a:latin typeface="Montserrat" panose="00000500000000000000" pitchFamily="2" charset="0"/>
            </a:endParaRPr>
          </a:p>
          <a:p>
            <a:pPr algn="just"/>
            <a:r>
              <a:rPr lang="en-US" sz="1800" b="0" i="0" u="none" strike="noStrike">
                <a:solidFill>
                  <a:srgbClr val="0E101A"/>
                </a:solidFill>
                <a:effectLst/>
                <a:latin typeface="Times New Roman" panose="02020603050405020304" pitchFamily="18" charset="0"/>
              </a:rPr>
              <a:t>The COVID19 lockdown measures forced the industrial sector to shut down their production work which disrupted the supply chain. Many organizations faced challenges in functioning operations and manual working practices due to the lockdown restrictions. However, the global market was still maintaining its growth and never been in a low phase. The reason behind the exponential growth is the increased migration of industries in adopting automated operational systems instead of manual techniques. The increase in demand for automated systems creates an unexpected rise in the global cloud robotics market</a:t>
            </a:r>
            <a:r>
              <a:rPr lang="en-US" sz="1800" b="1" i="0" u="none" strike="noStrike">
                <a:solidFill>
                  <a:srgbClr val="0E101A"/>
                </a:solidFill>
                <a:effectLst/>
                <a:latin typeface="Times New Roman" panose="02020603050405020304" pitchFamily="18" charset="0"/>
              </a:rPr>
              <a:t>. Cloud robotics market sales</a:t>
            </a:r>
            <a:r>
              <a:rPr lang="en-US" sz="1800" b="0" i="0" u="none" strike="noStrike">
                <a:solidFill>
                  <a:srgbClr val="0E101A"/>
                </a:solidFill>
                <a:effectLst/>
                <a:latin typeface="Times New Roman" panose="02020603050405020304" pitchFamily="18" charset="0"/>
              </a:rPr>
              <a:t> are expected to reach greater heights in the upcoming years.</a:t>
            </a:r>
          </a:p>
          <a:p>
            <a:pPr algn="just"/>
            <a:endParaRPr lang="en-US" sz="1800" b="0" i="0" u="none" strike="noStrike">
              <a:solidFill>
                <a:srgbClr val="0E101A"/>
              </a:solidFill>
              <a:effectLst/>
              <a:latin typeface="Times New Roman" panose="02020603050405020304" pitchFamily="18" charset="0"/>
            </a:endParaRPr>
          </a:p>
          <a:p>
            <a:pPr algn="just"/>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trends</a:t>
            </a:r>
            <a:r>
              <a:rPr lang="en-US" b="0" i="0">
                <a:solidFill>
                  <a:srgbClr val="0E101A"/>
                </a:solidFill>
                <a:effectLst/>
                <a:latin typeface="arial" panose="020B0604020202020204" pitchFamily="34" charset="0"/>
              </a:rPr>
              <a:t> are blooming in the field of artificial intelligence and produce vast opportunities for the global market. More and more industries are accepting cloud robotics technology as it has benefits of both robotics as well as cloud-based systems. The robotics features provide sensation, control, and actuation to the systems, whereas the cloud technology provides on-demand, convenient, and omnipresent network access.</a:t>
            </a:r>
            <a:endParaRPr lang="en-US" b="0" i="0">
              <a:solidFill>
                <a:srgbClr val="333333"/>
              </a:solidFill>
              <a:effectLst/>
              <a:latin typeface="arial" panose="020B0604020202020204" pitchFamily="34" charset="0"/>
            </a:endParaRPr>
          </a:p>
          <a:p>
            <a:endParaRPr lang="en-US"/>
          </a:p>
          <a:p>
            <a:r>
              <a:rPr lang="en-US" b="0" i="0">
                <a:solidFill>
                  <a:srgbClr val="0E101A"/>
                </a:solidFill>
                <a:effectLst/>
                <a:latin typeface="arial" panose="020B0604020202020204" pitchFamily="34" charset="0"/>
              </a:rPr>
              <a:t>Higher installation cost restricts enterprises to adopt the technology and opt for a much cheaper option. Another major challenge in the market is the shortage of technical expertise in the industries that restrain the growth of the market.</a:t>
            </a:r>
          </a:p>
          <a:p>
            <a:endParaRPr lang="en-US" b="0" i="0">
              <a:solidFill>
                <a:srgbClr val="0E101A"/>
              </a:solidFill>
              <a:effectLst/>
              <a:latin typeface="arial" panose="020B0604020202020204" pitchFamily="34" charset="0"/>
            </a:endParaRPr>
          </a:p>
          <a:p>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segments</a:t>
            </a:r>
            <a:r>
              <a:rPr lang="en-US" b="0" i="0">
                <a:solidFill>
                  <a:srgbClr val="0E101A"/>
                </a:solidFill>
                <a:effectLst/>
                <a:latin typeface="arial" panose="020B0604020202020204" pitchFamily="34" charset="0"/>
              </a:rPr>
              <a:t> on the basis of application include defense, healthcare, manufacturing, retail, transportation, aerospace, agriculture, and many other sectors. The market segment on the basis of connectivity comprises Wi-Fi, 5G, Bluetooth, radiofrequency, and infrared connectivity. The market segment on the basis of type involves proxy-based, clone-based, and peer-based cloud robotics.</a:t>
            </a:r>
          </a:p>
          <a:p>
            <a:endParaRPr lang="en-US" b="0" i="0">
              <a:solidFill>
                <a:srgbClr val="0E101A"/>
              </a:solidFill>
              <a:effectLst/>
              <a:latin typeface="arial" panose="020B0604020202020204" pitchFamily="34" charset="0"/>
            </a:endParaRPr>
          </a:p>
          <a:p>
            <a:r>
              <a:rPr lang="en-US" b="0" i="0">
                <a:solidFill>
                  <a:srgbClr val="2A2A2A"/>
                </a:solidFill>
                <a:effectLst/>
                <a:latin typeface="Open Sans" panose="020B0606030504020204" pitchFamily="34" charset="0"/>
              </a:rPr>
              <a:t>enabling cloud robotics to integrate the functionalities of edge computing and benefits of ultra-low network latency with the help of modern 5G networks. With faster communication networks, robots and system automation have shifted from being the future innovations of the research labs to actually becoming a crucial cost, time, and energy-saving element of modern industries and businesses. Intelligent robots and their control systems have enabled entire processes, like vehicle assembly, to be carried out automatically. By adding mobility to the mix, the possibilities to include system automation in almost any industry increases dramatically. Moreover, the basic characteristic that determines the stability and operability of cloud-controlled robot control is the network latency, and so for most use cases, 4G is a good starting point to provide connectivity. But with newer technologies such as 5G, which supports a wider range of requirements including sub-millisecond latency, it can fulfill both the bandwidth and latency needs that applications such as remote-control robotics may require.</a:t>
            </a:r>
            <a:br>
              <a:rPr lang="en-US"/>
            </a:br>
            <a:endParaRPr lang="de-DE" sz="1600">
              <a:solidFill>
                <a:schemeClr val="bg1"/>
              </a:solidFill>
            </a:endParaRPr>
          </a:p>
          <a:p>
            <a:pPr algn="just">
              <a:buFont typeface="+mj-lt"/>
              <a:buAutoNum type="arabicPeriod"/>
            </a:pPr>
            <a:r>
              <a:rPr lang="en-US" b="1" i="0">
                <a:solidFill>
                  <a:srgbClr val="000000"/>
                </a:solidFill>
                <a:effectLst/>
                <a:latin typeface="-apple-system"/>
              </a:rPr>
              <a:t>Advent of 5G technology can provide major growth opportunities over the forecast period</a:t>
            </a:r>
            <a:endParaRPr lang="en-US" b="0" i="0">
              <a:solidFill>
                <a:srgbClr val="000000"/>
              </a:solidFill>
              <a:effectLst/>
              <a:latin typeface="-apple-system"/>
            </a:endParaRPr>
          </a:p>
          <a:p>
            <a:pPr algn="just"/>
            <a:r>
              <a:rPr lang="en-US" b="0" i="0">
                <a:solidFill>
                  <a:srgbClr val="000000"/>
                </a:solidFill>
                <a:effectLst/>
                <a:latin typeface="-apple-system"/>
              </a:rPr>
              <a:t>Deployment of cloud-based robotic systems requires reliable and constant connectivity, regardless of the environment it operates within. Wireless technology offers these solutions and eliminates the need for complex wireline connections to provide communication systems. Moreover, 5G is expected to offer very low latency and is an obvious choice for applications that require high capacity. 5G supports a wider range of requirements such as sub-millisecond latency. For instance, Ericsson has partnered with biomedical companies such as </a:t>
            </a:r>
            <a:r>
              <a:rPr lang="en-US" b="0" i="0" err="1">
                <a:solidFill>
                  <a:srgbClr val="000000"/>
                </a:solidFill>
                <a:effectLst/>
                <a:latin typeface="-apple-system"/>
              </a:rPr>
              <a:t>EI.En</a:t>
            </a:r>
            <a:r>
              <a:rPr lang="en-US" b="0" i="0">
                <a:solidFill>
                  <a:srgbClr val="000000"/>
                </a:solidFill>
                <a:effectLst/>
                <a:latin typeface="-apple-system"/>
              </a:rPr>
              <a:t> and </a:t>
            </a:r>
            <a:r>
              <a:rPr lang="en-US" b="0" i="0" err="1">
                <a:solidFill>
                  <a:srgbClr val="000000"/>
                </a:solidFill>
                <a:effectLst/>
                <a:latin typeface="-apple-system"/>
              </a:rPr>
              <a:t>Imaginalis</a:t>
            </a:r>
            <a:r>
              <a:rPr lang="en-US" b="0" i="0">
                <a:solidFill>
                  <a:srgbClr val="000000"/>
                </a:solidFill>
                <a:effectLst/>
                <a:latin typeface="-apple-system"/>
              </a:rPr>
              <a:t> for robotic-assisted surgeries and remote diagnosis.</a:t>
            </a:r>
          </a:p>
          <a:p>
            <a:endParaRPr lang="en-US"/>
          </a:p>
          <a:p>
            <a:pPr algn="just">
              <a:buFont typeface="+mj-lt"/>
              <a:buAutoNum type="arabicPeriod" startAt="2"/>
            </a:pPr>
            <a:r>
              <a:rPr lang="en-US" b="1" i="0">
                <a:solidFill>
                  <a:srgbClr val="000000"/>
                </a:solidFill>
                <a:effectLst/>
                <a:latin typeface="-apple-system"/>
              </a:rPr>
              <a:t>Technological advancements in robotic applications are expected to present lucrative business opportunities</a:t>
            </a:r>
            <a:endParaRPr lang="en-US" b="0" i="0">
              <a:solidFill>
                <a:srgbClr val="000000"/>
              </a:solidFill>
              <a:effectLst/>
              <a:latin typeface="-apple-system"/>
            </a:endParaRPr>
          </a:p>
          <a:p>
            <a:pPr algn="just"/>
            <a:r>
              <a:rPr lang="en-US" b="0" i="0">
                <a:solidFill>
                  <a:srgbClr val="000000"/>
                </a:solidFill>
                <a:effectLst/>
                <a:latin typeface="-apple-system"/>
              </a:rPr>
              <a:t>The development in the robotics industry has enabled new robots to perform a plethora of applications. Robots can now perceive, manipulate, place and pick a wide variety of objects in less structured environments. Cloud robotics is considered as a step-further in this, enabling major advancements in automotive and other industrial applications. For instance, Google’s driverless cars are cloud robots, these cars use cloud services to navigate using Google’s enormous database of satellite and maps. These cars combine this data with current and past traffic patterns to avoid collisions.</a:t>
            </a:r>
          </a:p>
          <a:p>
            <a:endParaRPr lang="en-US"/>
          </a:p>
          <a:p>
            <a:r>
              <a:rPr lang="en-US" b="0" i="0">
                <a:solidFill>
                  <a:srgbClr val="000000"/>
                </a:solidFill>
                <a:effectLst/>
                <a:latin typeface="-apple-system"/>
              </a:rPr>
              <a:t>Clone-based robots are gaining traction in the market at a higher rate with increasing adoption of cloud robotics. In clone-based robots, the applications or tasks can be divided between the robots or its clone in the cloud. Robotic clones can form an enhanced network with strong connectivity for improved data transfer and connectivity. For instance, CA Technologies has developed cloning systems for various robotic applications. This cloning platform avoids robot device ID duplication for improved results and elimination of unexpected results.</a:t>
            </a:r>
            <a:endParaRPr lang="en-US"/>
          </a:p>
        </p:txBody>
      </p:sp>
      <p:sp>
        <p:nvSpPr>
          <p:cNvPr id="4" name="Slide Number Placeholder 3">
            <a:extLst>
              <a:ext uri="{FF2B5EF4-FFF2-40B4-BE49-F238E27FC236}">
                <a16:creationId xmlns:a16="http://schemas.microsoft.com/office/drawing/2014/main" id="{81CB9E66-E06B-13CE-DC55-CE4E5FF3DC72}"/>
              </a:ext>
            </a:extLst>
          </p:cNvPr>
          <p:cNvSpPr>
            <a:spLocks noGrp="1"/>
          </p:cNvSpPr>
          <p:nvPr>
            <p:ph type="sldNum" sz="quarter" idx="5"/>
          </p:nvPr>
        </p:nvSpPr>
        <p:spPr/>
        <p:txBody>
          <a:bodyPr/>
          <a:lstStyle/>
          <a:p>
            <a:fld id="{CD833618-F055-4DA9-AF36-F93C40EFB042}" type="slidenum">
              <a:rPr lang="en-US" smtClean="0"/>
              <a:t>5</a:t>
            </a:fld>
            <a:endParaRPr lang="en-US"/>
          </a:p>
        </p:txBody>
      </p:sp>
    </p:spTree>
    <p:extLst>
      <p:ext uri="{BB962C8B-B14F-4D97-AF65-F5344CB8AC3E}">
        <p14:creationId xmlns:p14="http://schemas.microsoft.com/office/powerpoint/2010/main" val="2610180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02423-FD45-0861-4145-F7ED9934F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E2F07-F9BE-D0B5-F057-78B436EF95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2608E-B320-C2BE-F653-56EBF02D5EB4}"/>
              </a:ext>
            </a:extLst>
          </p:cNvPr>
          <p:cNvSpPr>
            <a:spLocks noGrp="1"/>
          </p:cNvSpPr>
          <p:nvPr>
            <p:ph type="body" idx="1"/>
          </p:nvPr>
        </p:nvSpPr>
        <p:spPr/>
        <p:txBody>
          <a:bodyPr/>
          <a:lstStyle/>
          <a:p>
            <a:pPr marL="285750" indent="-285750">
              <a:buFont typeface="Arial" panose="020B0604020202020204" pitchFamily="34" charset="0"/>
              <a:buChar char="•"/>
            </a:pPr>
            <a:r>
              <a:rPr lang="en-US" sz="1600">
                <a:solidFill>
                  <a:schemeClr val="bg1"/>
                </a:solidFill>
              </a:rPr>
              <a:t>With many organizations increasingly adopting cloud infrastructure for rapid operation processes, the demand for cloud robotics systems is rising in multi-folds. Moreover, improving internet connectivity led by vast deployments of cloud networks impact the market landscape positively.</a:t>
            </a:r>
          </a:p>
          <a:p>
            <a:pPr marL="285750" indent="-285750">
              <a:buFont typeface="Arial" panose="020B0604020202020204" pitchFamily="34" charset="0"/>
              <a:buChar char="•"/>
            </a:pPr>
            <a:r>
              <a:rPr lang="en-US" sz="1600" b="0" i="0">
                <a:solidFill>
                  <a:srgbClr val="293849"/>
                </a:solidFill>
                <a:effectLst/>
                <a:latin typeface="Montserrat" panose="00000500000000000000" pitchFamily="2" charset="0"/>
              </a:rPr>
              <a:t>Development in software structures and wireless technology progress defines the growing market landscape, increasing the dependence of industries on robotic cloud systems. Cloud robotics platforms provide on-demand automation solutions for material handling and inventory management in warehousing applications.</a:t>
            </a:r>
          </a:p>
          <a:p>
            <a:pPr marL="285750" indent="-285750">
              <a:buFont typeface="Arial" panose="020B0604020202020204" pitchFamily="34" charset="0"/>
              <a:buChar char="•"/>
            </a:pPr>
            <a:r>
              <a:rPr lang="en-US" b="0" i="0">
                <a:solidFill>
                  <a:srgbClr val="293849"/>
                </a:solidFill>
                <a:effectLst/>
                <a:latin typeface="Montserrat" panose="00000500000000000000" pitchFamily="2" charset="0"/>
              </a:rPr>
              <a:t>The rising use of cloud robotics in growing numbers of manufacturing, distribution, and fulfillment centers for various material handling tasks offers large opportunities to market players. Furthermore, improving official safety standards governing the design and manufacture of industrial mobile robots impacts the market growth positively</a:t>
            </a:r>
            <a:endParaRPr lang="en-US" sz="1600" b="0" i="0">
              <a:solidFill>
                <a:srgbClr val="293849"/>
              </a:solidFill>
              <a:effectLst/>
              <a:latin typeface="Montserrat" panose="00000500000000000000" pitchFamily="2" charset="0"/>
            </a:endParaRPr>
          </a:p>
          <a:p>
            <a:pPr marL="285750" indent="-285750">
              <a:buFont typeface="Arial" panose="020B0604020202020204" pitchFamily="34" charset="0"/>
              <a:buChar char="•"/>
            </a:pPr>
            <a:endParaRPr lang="en-US" sz="1600" b="0" i="0">
              <a:solidFill>
                <a:srgbClr val="293849"/>
              </a:solidFill>
              <a:effectLst/>
              <a:latin typeface="Montserrat" panose="00000500000000000000" pitchFamily="2" charset="0"/>
            </a:endParaRPr>
          </a:p>
          <a:p>
            <a:pPr algn="just"/>
            <a:r>
              <a:rPr lang="en-US" sz="1800" b="0" i="0" u="none" strike="noStrike">
                <a:solidFill>
                  <a:srgbClr val="0E101A"/>
                </a:solidFill>
                <a:effectLst/>
                <a:latin typeface="Times New Roman" panose="02020603050405020304" pitchFamily="18" charset="0"/>
              </a:rPr>
              <a:t>The COVID19 lockdown measures forced the industrial sector to shut down their production work which disrupted the supply chain. Many organizations faced challenges in functioning operations and manual working practices due to the lockdown restrictions. However, the global market was still maintaining its growth and never been in a low phase. The reason behind the exponential growth is the increased migration of industries in adopting automated operational systems instead of manual techniques. The increase in demand for automated systems creates an unexpected rise in the global cloud robotics market</a:t>
            </a:r>
            <a:r>
              <a:rPr lang="en-US" sz="1800" b="1" i="0" u="none" strike="noStrike">
                <a:solidFill>
                  <a:srgbClr val="0E101A"/>
                </a:solidFill>
                <a:effectLst/>
                <a:latin typeface="Times New Roman" panose="02020603050405020304" pitchFamily="18" charset="0"/>
              </a:rPr>
              <a:t>. Cloud robotics market sales</a:t>
            </a:r>
            <a:r>
              <a:rPr lang="en-US" sz="1800" b="0" i="0" u="none" strike="noStrike">
                <a:solidFill>
                  <a:srgbClr val="0E101A"/>
                </a:solidFill>
                <a:effectLst/>
                <a:latin typeface="Times New Roman" panose="02020603050405020304" pitchFamily="18" charset="0"/>
              </a:rPr>
              <a:t> are expected to reach greater heights in the upcoming years.</a:t>
            </a:r>
          </a:p>
          <a:p>
            <a:pPr algn="just"/>
            <a:endParaRPr lang="en-US" sz="1800" b="0" i="0" u="none" strike="noStrike">
              <a:solidFill>
                <a:srgbClr val="0E101A"/>
              </a:solidFill>
              <a:effectLst/>
              <a:latin typeface="Times New Roman" panose="02020603050405020304" pitchFamily="18" charset="0"/>
            </a:endParaRPr>
          </a:p>
          <a:p>
            <a:pPr algn="just"/>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trends</a:t>
            </a:r>
            <a:r>
              <a:rPr lang="en-US" b="0" i="0">
                <a:solidFill>
                  <a:srgbClr val="0E101A"/>
                </a:solidFill>
                <a:effectLst/>
                <a:latin typeface="arial" panose="020B0604020202020204" pitchFamily="34" charset="0"/>
              </a:rPr>
              <a:t> are blooming in the field of artificial intelligence and produce vast opportunities for the global market. More and more industries are accepting cloud robotics technology as it has benefits of both robotics as well as cloud-based systems. The robotics features provide sensation, control, and actuation to the systems, whereas the cloud technology provides on-demand, convenient, and omnipresent network access.</a:t>
            </a:r>
            <a:endParaRPr lang="en-US" b="0" i="0">
              <a:solidFill>
                <a:srgbClr val="333333"/>
              </a:solidFill>
              <a:effectLst/>
              <a:latin typeface="arial" panose="020B0604020202020204" pitchFamily="34" charset="0"/>
            </a:endParaRPr>
          </a:p>
          <a:p>
            <a:endParaRPr lang="en-US"/>
          </a:p>
          <a:p>
            <a:r>
              <a:rPr lang="en-US" b="0" i="0">
                <a:solidFill>
                  <a:srgbClr val="0E101A"/>
                </a:solidFill>
                <a:effectLst/>
                <a:latin typeface="arial" panose="020B0604020202020204" pitchFamily="34" charset="0"/>
              </a:rPr>
              <a:t>Higher installation cost restricts enterprises to adopt the technology and opt for a much cheaper option. Another major challenge in the market is the shortage of technical expertise in the industries that restrain the growth of the market.</a:t>
            </a:r>
          </a:p>
          <a:p>
            <a:endParaRPr lang="en-US" b="0" i="0">
              <a:solidFill>
                <a:srgbClr val="0E101A"/>
              </a:solidFill>
              <a:effectLst/>
              <a:latin typeface="arial" panose="020B0604020202020204" pitchFamily="34" charset="0"/>
            </a:endParaRPr>
          </a:p>
          <a:p>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segments</a:t>
            </a:r>
            <a:r>
              <a:rPr lang="en-US" b="0" i="0">
                <a:solidFill>
                  <a:srgbClr val="0E101A"/>
                </a:solidFill>
                <a:effectLst/>
                <a:latin typeface="arial" panose="020B0604020202020204" pitchFamily="34" charset="0"/>
              </a:rPr>
              <a:t> on the basis of application include defense, healthcare, manufacturing, retail, transportation, aerospace, agriculture, and many other sectors. The market segment on the basis of connectivity comprises Wi-Fi, 5G, Bluetooth, radiofrequency, and infrared connectivity. The market segment on the basis of type involves proxy-based, clone-based, and peer-based cloud robotics.</a:t>
            </a:r>
          </a:p>
          <a:p>
            <a:endParaRPr lang="en-US" b="0" i="0">
              <a:solidFill>
                <a:srgbClr val="0E101A"/>
              </a:solidFill>
              <a:effectLst/>
              <a:latin typeface="arial" panose="020B0604020202020204" pitchFamily="34" charset="0"/>
            </a:endParaRPr>
          </a:p>
          <a:p>
            <a:r>
              <a:rPr lang="en-US" b="0" i="0">
                <a:solidFill>
                  <a:srgbClr val="2A2A2A"/>
                </a:solidFill>
                <a:effectLst/>
                <a:latin typeface="Open Sans" panose="020B0606030504020204" pitchFamily="34" charset="0"/>
              </a:rPr>
              <a:t>enabling cloud robotics to integrate the functionalities of edge computing and benefits of ultra-low network latency with the help of modern 5G networks. With faster communication networks, robots and system automation have shifted from being the future innovations of the research labs to actually becoming a crucial cost, time, and energy-saving element of modern industries and businesses. Intelligent robots and their control systems have enabled entire processes, like vehicle assembly, to be carried out automatically. By adding mobility to the mix, the possibilities to include system automation in almost any industry increases dramatically. Moreover, the basic characteristic that determines the stability and operability of cloud-controlled robot control is the network latency, and so for most use cases, 4G is a good starting point to provide connectivity. But with newer technologies such as 5G, which supports a wider range of requirements including sub-millisecond latency, it can fulfill both the bandwidth and latency needs that applications such as remote-control robotics may require.</a:t>
            </a:r>
            <a:br>
              <a:rPr lang="en-US"/>
            </a:br>
            <a:endParaRPr lang="de-DE" sz="1600">
              <a:solidFill>
                <a:schemeClr val="bg1"/>
              </a:solidFill>
            </a:endParaRPr>
          </a:p>
          <a:p>
            <a:pPr algn="just">
              <a:buFont typeface="+mj-lt"/>
              <a:buAutoNum type="arabicPeriod"/>
            </a:pPr>
            <a:r>
              <a:rPr lang="en-US" b="1" i="0">
                <a:solidFill>
                  <a:srgbClr val="000000"/>
                </a:solidFill>
                <a:effectLst/>
                <a:latin typeface="-apple-system"/>
              </a:rPr>
              <a:t>Advent of 5G technology can provide major growth opportunities over the forecast period</a:t>
            </a:r>
            <a:endParaRPr lang="en-US" b="0" i="0">
              <a:solidFill>
                <a:srgbClr val="000000"/>
              </a:solidFill>
              <a:effectLst/>
              <a:latin typeface="-apple-system"/>
            </a:endParaRPr>
          </a:p>
          <a:p>
            <a:pPr algn="just"/>
            <a:r>
              <a:rPr lang="en-US" b="0" i="0">
                <a:solidFill>
                  <a:srgbClr val="000000"/>
                </a:solidFill>
                <a:effectLst/>
                <a:latin typeface="-apple-system"/>
              </a:rPr>
              <a:t>Deployment of cloud-based robotic systems requires reliable and constant connectivity, regardless of the environment it operates within. Wireless technology offers these solutions and eliminates the need for complex wireline connections to provide communication systems. Moreover, 5G is expected to offer very low latency and is an obvious choice for applications that require high capacity. 5G supports a wider range of requirements such as sub-millisecond latency. For instance, Ericsson has partnered with biomedical companies such as </a:t>
            </a:r>
            <a:r>
              <a:rPr lang="en-US" b="0" i="0" err="1">
                <a:solidFill>
                  <a:srgbClr val="000000"/>
                </a:solidFill>
                <a:effectLst/>
                <a:latin typeface="-apple-system"/>
              </a:rPr>
              <a:t>EI.En</a:t>
            </a:r>
            <a:r>
              <a:rPr lang="en-US" b="0" i="0">
                <a:solidFill>
                  <a:srgbClr val="000000"/>
                </a:solidFill>
                <a:effectLst/>
                <a:latin typeface="-apple-system"/>
              </a:rPr>
              <a:t> and </a:t>
            </a:r>
            <a:r>
              <a:rPr lang="en-US" b="0" i="0" err="1">
                <a:solidFill>
                  <a:srgbClr val="000000"/>
                </a:solidFill>
                <a:effectLst/>
                <a:latin typeface="-apple-system"/>
              </a:rPr>
              <a:t>Imaginalis</a:t>
            </a:r>
            <a:r>
              <a:rPr lang="en-US" b="0" i="0">
                <a:solidFill>
                  <a:srgbClr val="000000"/>
                </a:solidFill>
                <a:effectLst/>
                <a:latin typeface="-apple-system"/>
              </a:rPr>
              <a:t> for robotic-assisted surgeries and remote diagnosis.</a:t>
            </a:r>
          </a:p>
          <a:p>
            <a:endParaRPr lang="en-US"/>
          </a:p>
          <a:p>
            <a:pPr algn="just">
              <a:buFont typeface="+mj-lt"/>
              <a:buAutoNum type="arabicPeriod" startAt="2"/>
            </a:pPr>
            <a:r>
              <a:rPr lang="en-US" b="1" i="0">
                <a:solidFill>
                  <a:srgbClr val="000000"/>
                </a:solidFill>
                <a:effectLst/>
                <a:latin typeface="-apple-system"/>
              </a:rPr>
              <a:t>Technological advancements in robotic applications are expected to present lucrative business opportunities</a:t>
            </a:r>
            <a:endParaRPr lang="en-US" b="0" i="0">
              <a:solidFill>
                <a:srgbClr val="000000"/>
              </a:solidFill>
              <a:effectLst/>
              <a:latin typeface="-apple-system"/>
            </a:endParaRPr>
          </a:p>
          <a:p>
            <a:pPr algn="just"/>
            <a:r>
              <a:rPr lang="en-US" b="0" i="0">
                <a:solidFill>
                  <a:srgbClr val="000000"/>
                </a:solidFill>
                <a:effectLst/>
                <a:latin typeface="-apple-system"/>
              </a:rPr>
              <a:t>The development in the robotics industry has enabled new robots to perform a plethora of applications. Robots can now perceive, manipulate, place and pick a wide variety of objects in less structured environments. Cloud robotics is considered as a step-further in this, enabling major advancements in automotive and other industrial applications. For instance, Google’s driverless cars are cloud robots, these cars use cloud services to navigate using Google’s enormous database of satellite and maps. These cars combine this data with current and past traffic patterns to avoid collisions.</a:t>
            </a:r>
          </a:p>
          <a:p>
            <a:endParaRPr lang="en-US"/>
          </a:p>
          <a:p>
            <a:r>
              <a:rPr lang="en-US" b="0" i="0">
                <a:solidFill>
                  <a:srgbClr val="000000"/>
                </a:solidFill>
                <a:effectLst/>
                <a:latin typeface="-apple-system"/>
              </a:rPr>
              <a:t>Clone-based robots are gaining traction in the market at a higher rate with increasing adoption of cloud robotics. In clone-based robots, the applications or tasks can be divided between the robots or its clone in the cloud. Robotic clones can form an enhanced network with strong connectivity for improved data transfer and connectivity. For instance, CA Technologies has developed cloning systems for various robotic applications. This cloning platform avoids robot device ID duplication for improved results and elimination of unexpected results.</a:t>
            </a:r>
            <a:endParaRPr lang="en-US"/>
          </a:p>
        </p:txBody>
      </p:sp>
      <p:sp>
        <p:nvSpPr>
          <p:cNvPr id="4" name="Slide Number Placeholder 3">
            <a:extLst>
              <a:ext uri="{FF2B5EF4-FFF2-40B4-BE49-F238E27FC236}">
                <a16:creationId xmlns:a16="http://schemas.microsoft.com/office/drawing/2014/main" id="{BF63D8BF-2CE1-1322-C127-7604B607DA17}"/>
              </a:ext>
            </a:extLst>
          </p:cNvPr>
          <p:cNvSpPr>
            <a:spLocks noGrp="1"/>
          </p:cNvSpPr>
          <p:nvPr>
            <p:ph type="sldNum" sz="quarter" idx="5"/>
          </p:nvPr>
        </p:nvSpPr>
        <p:spPr/>
        <p:txBody>
          <a:bodyPr/>
          <a:lstStyle/>
          <a:p>
            <a:fld id="{CD833618-F055-4DA9-AF36-F93C40EFB042}" type="slidenum">
              <a:rPr lang="en-US" smtClean="0"/>
              <a:t>6</a:t>
            </a:fld>
            <a:endParaRPr lang="en-US"/>
          </a:p>
        </p:txBody>
      </p:sp>
    </p:spTree>
    <p:extLst>
      <p:ext uri="{BB962C8B-B14F-4D97-AF65-F5344CB8AC3E}">
        <p14:creationId xmlns:p14="http://schemas.microsoft.com/office/powerpoint/2010/main" val="1406128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B8208-C5D8-71FD-1C54-2C5CBE932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F68A9-5097-4292-BDD1-B5929E3603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62EEC-4117-64CE-C201-B9FC4D52F581}"/>
              </a:ext>
            </a:extLst>
          </p:cNvPr>
          <p:cNvSpPr>
            <a:spLocks noGrp="1"/>
          </p:cNvSpPr>
          <p:nvPr>
            <p:ph type="body" idx="1"/>
          </p:nvPr>
        </p:nvSpPr>
        <p:spPr/>
        <p:txBody>
          <a:bodyPr/>
          <a:lstStyle/>
          <a:p>
            <a:pPr marL="285750" indent="-285750">
              <a:buFont typeface="Arial" panose="020B0604020202020204" pitchFamily="34" charset="0"/>
              <a:buChar char="•"/>
            </a:pPr>
            <a:r>
              <a:rPr lang="en-US" sz="1600">
                <a:solidFill>
                  <a:schemeClr val="bg1"/>
                </a:solidFill>
              </a:rPr>
              <a:t>With many organizations increasingly adopting cloud infrastructure for rapid operation processes, the demand for cloud robotics systems is rising in multi-folds. Moreover, improving internet connectivity led by vast deployments of cloud networks impact the market landscape positively.</a:t>
            </a:r>
          </a:p>
          <a:p>
            <a:pPr marL="285750" indent="-285750">
              <a:buFont typeface="Arial" panose="020B0604020202020204" pitchFamily="34" charset="0"/>
              <a:buChar char="•"/>
            </a:pPr>
            <a:r>
              <a:rPr lang="en-US" sz="1600" b="0" i="0">
                <a:solidFill>
                  <a:srgbClr val="293849"/>
                </a:solidFill>
                <a:effectLst/>
                <a:latin typeface="Montserrat" panose="00000500000000000000" pitchFamily="2" charset="0"/>
              </a:rPr>
              <a:t>Development in software structures and wireless technology progress defines the growing market landscape, increasing the dependence of industries on robotic cloud systems. Cloud robotics platforms provide on-demand automation solutions for material handling and inventory management in warehousing applications.</a:t>
            </a:r>
          </a:p>
          <a:p>
            <a:pPr marL="285750" indent="-285750">
              <a:buFont typeface="Arial" panose="020B0604020202020204" pitchFamily="34" charset="0"/>
              <a:buChar char="•"/>
            </a:pPr>
            <a:r>
              <a:rPr lang="en-US" b="0" i="0">
                <a:solidFill>
                  <a:srgbClr val="293849"/>
                </a:solidFill>
                <a:effectLst/>
                <a:latin typeface="Montserrat" panose="00000500000000000000" pitchFamily="2" charset="0"/>
              </a:rPr>
              <a:t>The rising use of cloud robotics in growing numbers of manufacturing, distribution, and fulfillment centers for various material handling tasks offers large opportunities to market players. Furthermore, improving official safety standards governing the design and manufacture of industrial mobile robots impacts the market growth positively</a:t>
            </a:r>
            <a:endParaRPr lang="en-US" sz="1600" b="0" i="0">
              <a:solidFill>
                <a:srgbClr val="293849"/>
              </a:solidFill>
              <a:effectLst/>
              <a:latin typeface="Montserrat" panose="00000500000000000000" pitchFamily="2" charset="0"/>
            </a:endParaRPr>
          </a:p>
          <a:p>
            <a:pPr marL="285750" indent="-285750">
              <a:buFont typeface="Arial" panose="020B0604020202020204" pitchFamily="34" charset="0"/>
              <a:buChar char="•"/>
            </a:pPr>
            <a:endParaRPr lang="en-US" sz="1600" b="0" i="0">
              <a:solidFill>
                <a:srgbClr val="293849"/>
              </a:solidFill>
              <a:effectLst/>
              <a:latin typeface="Montserrat" panose="00000500000000000000" pitchFamily="2" charset="0"/>
            </a:endParaRPr>
          </a:p>
          <a:p>
            <a:pPr algn="just"/>
            <a:r>
              <a:rPr lang="en-US" sz="1800" b="0" i="0" u="none" strike="noStrike">
                <a:solidFill>
                  <a:srgbClr val="0E101A"/>
                </a:solidFill>
                <a:effectLst/>
                <a:latin typeface="Times New Roman" panose="02020603050405020304" pitchFamily="18" charset="0"/>
              </a:rPr>
              <a:t>The COVID19 lockdown measures forced the industrial sector to shut down their production work which disrupted the supply chain. Many organizations faced challenges in functioning operations and manual working practices due to the lockdown restrictions. However, the global market was still maintaining its growth and never been in a low phase. The reason behind the exponential growth is the increased migration of industries in adopting automated operational systems instead of manual techniques. The increase in demand for automated systems creates an unexpected rise in the global cloud robotics market</a:t>
            </a:r>
            <a:r>
              <a:rPr lang="en-US" sz="1800" b="1" i="0" u="none" strike="noStrike">
                <a:solidFill>
                  <a:srgbClr val="0E101A"/>
                </a:solidFill>
                <a:effectLst/>
                <a:latin typeface="Times New Roman" panose="02020603050405020304" pitchFamily="18" charset="0"/>
              </a:rPr>
              <a:t>. Cloud robotics market sales</a:t>
            </a:r>
            <a:r>
              <a:rPr lang="en-US" sz="1800" b="0" i="0" u="none" strike="noStrike">
                <a:solidFill>
                  <a:srgbClr val="0E101A"/>
                </a:solidFill>
                <a:effectLst/>
                <a:latin typeface="Times New Roman" panose="02020603050405020304" pitchFamily="18" charset="0"/>
              </a:rPr>
              <a:t> are expected to reach greater heights in the upcoming years.</a:t>
            </a:r>
          </a:p>
          <a:p>
            <a:pPr algn="just"/>
            <a:endParaRPr lang="en-US" sz="1800" b="0" i="0" u="none" strike="noStrike">
              <a:solidFill>
                <a:srgbClr val="0E101A"/>
              </a:solidFill>
              <a:effectLst/>
              <a:latin typeface="Times New Roman" panose="02020603050405020304" pitchFamily="18" charset="0"/>
            </a:endParaRPr>
          </a:p>
          <a:p>
            <a:pPr algn="just"/>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trends</a:t>
            </a:r>
            <a:r>
              <a:rPr lang="en-US" b="0" i="0">
                <a:solidFill>
                  <a:srgbClr val="0E101A"/>
                </a:solidFill>
                <a:effectLst/>
                <a:latin typeface="arial" panose="020B0604020202020204" pitchFamily="34" charset="0"/>
              </a:rPr>
              <a:t> are blooming in the field of artificial intelligence and produce vast opportunities for the global market. More and more industries are accepting cloud robotics technology as it has benefits of both robotics as well as cloud-based systems. The robotics features provide sensation, control, and actuation to the systems, whereas the cloud technology provides on-demand, convenient, and omnipresent network access.</a:t>
            </a:r>
            <a:endParaRPr lang="en-US" b="0" i="0">
              <a:solidFill>
                <a:srgbClr val="333333"/>
              </a:solidFill>
              <a:effectLst/>
              <a:latin typeface="arial" panose="020B0604020202020204" pitchFamily="34" charset="0"/>
            </a:endParaRPr>
          </a:p>
          <a:p>
            <a:endParaRPr lang="en-US"/>
          </a:p>
          <a:p>
            <a:r>
              <a:rPr lang="en-US" b="0" i="0">
                <a:solidFill>
                  <a:srgbClr val="0E101A"/>
                </a:solidFill>
                <a:effectLst/>
                <a:latin typeface="arial" panose="020B0604020202020204" pitchFamily="34" charset="0"/>
              </a:rPr>
              <a:t>Higher installation cost restricts enterprises to adopt the technology and opt for a much cheaper option. Another major challenge in the market is the shortage of technical expertise in the industries that restrain the growth of the market.</a:t>
            </a:r>
          </a:p>
          <a:p>
            <a:endParaRPr lang="en-US" b="0" i="0">
              <a:solidFill>
                <a:srgbClr val="0E101A"/>
              </a:solidFill>
              <a:effectLst/>
              <a:latin typeface="arial" panose="020B0604020202020204" pitchFamily="34" charset="0"/>
            </a:endParaRPr>
          </a:p>
          <a:p>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segments</a:t>
            </a:r>
            <a:r>
              <a:rPr lang="en-US" b="0" i="0">
                <a:solidFill>
                  <a:srgbClr val="0E101A"/>
                </a:solidFill>
                <a:effectLst/>
                <a:latin typeface="arial" panose="020B0604020202020204" pitchFamily="34" charset="0"/>
              </a:rPr>
              <a:t> on the basis of application include defense, healthcare, manufacturing, retail, transportation, aerospace, agriculture, and many other sectors. The market segment on the basis of connectivity comprises Wi-Fi, 5G, Bluetooth, radiofrequency, and infrared connectivity. The market segment on the basis of type involves proxy-based, clone-based, and peer-based cloud robotics.</a:t>
            </a:r>
          </a:p>
          <a:p>
            <a:endParaRPr lang="en-US" b="0" i="0">
              <a:solidFill>
                <a:srgbClr val="0E101A"/>
              </a:solidFill>
              <a:effectLst/>
              <a:latin typeface="arial" panose="020B0604020202020204" pitchFamily="34" charset="0"/>
            </a:endParaRPr>
          </a:p>
          <a:p>
            <a:r>
              <a:rPr lang="en-US" b="0" i="0">
                <a:solidFill>
                  <a:srgbClr val="2A2A2A"/>
                </a:solidFill>
                <a:effectLst/>
                <a:latin typeface="Open Sans" panose="020B0606030504020204" pitchFamily="34" charset="0"/>
              </a:rPr>
              <a:t>enabling cloud robotics to integrate the functionalities of edge computing and benefits of ultra-low network latency with the help of modern 5G networks. With faster communication networks, robots and system automation have shifted from being the future innovations of the research labs to actually becoming a crucial cost, time, and energy-saving element of modern industries and businesses. Intelligent robots and their control systems have enabled entire processes, like vehicle assembly, to be carried out automatically. By adding mobility to the mix, the possibilities to include system automation in almost any industry increases dramatically. Moreover, the basic characteristic that determines the stability and operability of cloud-controlled robot control is the network latency, and so for most use cases, 4G is a good starting point to provide connectivity. But with newer technologies such as 5G, which supports a wider range of requirements including sub-millisecond latency, it can fulfill both the bandwidth and latency needs that applications such as remote-control robotics may require.</a:t>
            </a:r>
            <a:br>
              <a:rPr lang="en-US"/>
            </a:br>
            <a:endParaRPr lang="de-DE" sz="1600">
              <a:solidFill>
                <a:schemeClr val="bg1"/>
              </a:solidFill>
            </a:endParaRPr>
          </a:p>
          <a:p>
            <a:pPr algn="just">
              <a:buFont typeface="+mj-lt"/>
              <a:buAutoNum type="arabicPeriod"/>
            </a:pPr>
            <a:r>
              <a:rPr lang="en-US" b="1" i="0">
                <a:solidFill>
                  <a:srgbClr val="000000"/>
                </a:solidFill>
                <a:effectLst/>
                <a:latin typeface="-apple-system"/>
              </a:rPr>
              <a:t>Advent of 5G technology can provide major growth opportunities over the forecast period</a:t>
            </a:r>
            <a:endParaRPr lang="en-US" b="0" i="0">
              <a:solidFill>
                <a:srgbClr val="000000"/>
              </a:solidFill>
              <a:effectLst/>
              <a:latin typeface="-apple-system"/>
            </a:endParaRPr>
          </a:p>
          <a:p>
            <a:pPr algn="just"/>
            <a:r>
              <a:rPr lang="en-US" b="0" i="0">
                <a:solidFill>
                  <a:srgbClr val="000000"/>
                </a:solidFill>
                <a:effectLst/>
                <a:latin typeface="-apple-system"/>
              </a:rPr>
              <a:t>Deployment of cloud-based robotic systems requires reliable and constant connectivity, regardless of the environment it operates within. Wireless technology offers these solutions and eliminates the need for complex wireline connections to provide communication systems. Moreover, 5G is expected to offer very low latency and is an obvious choice for applications that require high capacity. 5G supports a wider range of requirements such as sub-millisecond latency. For instance, Ericsson has partnered with biomedical companies such as </a:t>
            </a:r>
            <a:r>
              <a:rPr lang="en-US" b="0" i="0" err="1">
                <a:solidFill>
                  <a:srgbClr val="000000"/>
                </a:solidFill>
                <a:effectLst/>
                <a:latin typeface="-apple-system"/>
              </a:rPr>
              <a:t>EI.En</a:t>
            </a:r>
            <a:r>
              <a:rPr lang="en-US" b="0" i="0">
                <a:solidFill>
                  <a:srgbClr val="000000"/>
                </a:solidFill>
                <a:effectLst/>
                <a:latin typeface="-apple-system"/>
              </a:rPr>
              <a:t> and </a:t>
            </a:r>
            <a:r>
              <a:rPr lang="en-US" b="0" i="0" err="1">
                <a:solidFill>
                  <a:srgbClr val="000000"/>
                </a:solidFill>
                <a:effectLst/>
                <a:latin typeface="-apple-system"/>
              </a:rPr>
              <a:t>Imaginalis</a:t>
            </a:r>
            <a:r>
              <a:rPr lang="en-US" b="0" i="0">
                <a:solidFill>
                  <a:srgbClr val="000000"/>
                </a:solidFill>
                <a:effectLst/>
                <a:latin typeface="-apple-system"/>
              </a:rPr>
              <a:t> for robotic-assisted surgeries and remote diagnosis.</a:t>
            </a:r>
          </a:p>
          <a:p>
            <a:endParaRPr lang="en-US"/>
          </a:p>
          <a:p>
            <a:pPr algn="just">
              <a:buFont typeface="+mj-lt"/>
              <a:buAutoNum type="arabicPeriod" startAt="2"/>
            </a:pPr>
            <a:r>
              <a:rPr lang="en-US" b="1" i="0">
                <a:solidFill>
                  <a:srgbClr val="000000"/>
                </a:solidFill>
                <a:effectLst/>
                <a:latin typeface="-apple-system"/>
              </a:rPr>
              <a:t>Technological advancements in robotic applications are expected to present lucrative business opportunities</a:t>
            </a:r>
            <a:endParaRPr lang="en-US" b="0" i="0">
              <a:solidFill>
                <a:srgbClr val="000000"/>
              </a:solidFill>
              <a:effectLst/>
              <a:latin typeface="-apple-system"/>
            </a:endParaRPr>
          </a:p>
          <a:p>
            <a:pPr algn="just"/>
            <a:r>
              <a:rPr lang="en-US" b="0" i="0">
                <a:solidFill>
                  <a:srgbClr val="000000"/>
                </a:solidFill>
                <a:effectLst/>
                <a:latin typeface="-apple-system"/>
              </a:rPr>
              <a:t>The development in the robotics industry has enabled new robots to perform a plethora of applications. Robots can now perceive, manipulate, place and pick a wide variety of objects in less structured environments. Cloud robotics is considered as a step-further in this, enabling major advancements in automotive and other industrial applications. For instance, Google’s driverless cars are cloud robots, these cars use cloud services to navigate using Google’s enormous database of satellite and maps. These cars combine this data with current and past traffic patterns to avoid collisions.</a:t>
            </a:r>
          </a:p>
          <a:p>
            <a:endParaRPr lang="en-US"/>
          </a:p>
          <a:p>
            <a:r>
              <a:rPr lang="en-US" b="0" i="0">
                <a:solidFill>
                  <a:srgbClr val="000000"/>
                </a:solidFill>
                <a:effectLst/>
                <a:latin typeface="-apple-system"/>
              </a:rPr>
              <a:t>Clone-based robots are gaining traction in the market at a higher rate with increasing adoption of cloud robotics. In clone-based robots, the applications or tasks can be divided between the robots or its clone in the cloud. Robotic clones can form an enhanced network with strong connectivity for improved data transfer and connectivity. For instance, CA Technologies has developed cloning systems for various robotic applications. This cloning platform avoids robot device ID duplication for improved results and elimination of unexpected results.</a:t>
            </a:r>
            <a:endParaRPr lang="en-US"/>
          </a:p>
        </p:txBody>
      </p:sp>
      <p:sp>
        <p:nvSpPr>
          <p:cNvPr id="4" name="Slide Number Placeholder 3">
            <a:extLst>
              <a:ext uri="{FF2B5EF4-FFF2-40B4-BE49-F238E27FC236}">
                <a16:creationId xmlns:a16="http://schemas.microsoft.com/office/drawing/2014/main" id="{B513FE8B-46E1-C93F-44D2-E58EF31B142A}"/>
              </a:ext>
            </a:extLst>
          </p:cNvPr>
          <p:cNvSpPr>
            <a:spLocks noGrp="1"/>
          </p:cNvSpPr>
          <p:nvPr>
            <p:ph type="sldNum" sz="quarter" idx="5"/>
          </p:nvPr>
        </p:nvSpPr>
        <p:spPr/>
        <p:txBody>
          <a:bodyPr/>
          <a:lstStyle/>
          <a:p>
            <a:fld id="{CD833618-F055-4DA9-AF36-F93C40EFB042}" type="slidenum">
              <a:rPr lang="en-US" smtClean="0"/>
              <a:t>7</a:t>
            </a:fld>
            <a:endParaRPr lang="en-US"/>
          </a:p>
        </p:txBody>
      </p:sp>
    </p:spTree>
    <p:extLst>
      <p:ext uri="{BB962C8B-B14F-4D97-AF65-F5344CB8AC3E}">
        <p14:creationId xmlns:p14="http://schemas.microsoft.com/office/powerpoint/2010/main" val="2647474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32405-9534-F5F2-2112-7400660DB6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83E1C3-F9F8-DBE5-0E6A-1FFFC992E5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4F0DD-E0AE-AA79-5DC2-064A47EF1CCC}"/>
              </a:ext>
            </a:extLst>
          </p:cNvPr>
          <p:cNvSpPr>
            <a:spLocks noGrp="1"/>
          </p:cNvSpPr>
          <p:nvPr>
            <p:ph type="body" idx="1"/>
          </p:nvPr>
        </p:nvSpPr>
        <p:spPr/>
        <p:txBody>
          <a:bodyPr/>
          <a:lstStyle/>
          <a:p>
            <a:pPr marL="285750" indent="-285750">
              <a:buFont typeface="Arial" panose="020B0604020202020204" pitchFamily="34" charset="0"/>
              <a:buChar char="•"/>
            </a:pPr>
            <a:r>
              <a:rPr lang="en-US" sz="1600">
                <a:solidFill>
                  <a:schemeClr val="bg1"/>
                </a:solidFill>
              </a:rPr>
              <a:t>With many organizations increasingly adopting cloud infrastructure for rapid operation processes, the demand for cloud robotics systems is rising in multi-folds. Moreover, improving internet connectivity led by vast deployments of cloud networks impact the market landscape positively.</a:t>
            </a:r>
          </a:p>
          <a:p>
            <a:pPr marL="285750" indent="-285750">
              <a:buFont typeface="Arial" panose="020B0604020202020204" pitchFamily="34" charset="0"/>
              <a:buChar char="•"/>
            </a:pPr>
            <a:r>
              <a:rPr lang="en-US" sz="1600" b="0" i="0">
                <a:solidFill>
                  <a:srgbClr val="293849"/>
                </a:solidFill>
                <a:effectLst/>
                <a:latin typeface="Montserrat" panose="00000500000000000000" pitchFamily="2" charset="0"/>
              </a:rPr>
              <a:t>Development in software structures and wireless technology progress defines the growing market landscape, increasing the dependence of industries on robotic cloud systems. Cloud robotics platforms provide on-demand automation solutions for material handling and inventory management in warehousing applications.</a:t>
            </a:r>
          </a:p>
          <a:p>
            <a:pPr marL="285750" indent="-285750">
              <a:buFont typeface="Arial" panose="020B0604020202020204" pitchFamily="34" charset="0"/>
              <a:buChar char="•"/>
            </a:pPr>
            <a:r>
              <a:rPr lang="en-US" b="0" i="0">
                <a:solidFill>
                  <a:srgbClr val="293849"/>
                </a:solidFill>
                <a:effectLst/>
                <a:latin typeface="Montserrat" panose="00000500000000000000" pitchFamily="2" charset="0"/>
              </a:rPr>
              <a:t>The rising use of cloud robotics in growing numbers of manufacturing, distribution, and fulfillment centers for various material handling tasks offers large opportunities to market players. Furthermore, improving official safety standards governing the design and manufacture of industrial mobile robots impacts the market growth positively</a:t>
            </a:r>
            <a:endParaRPr lang="en-US" sz="1600" b="0" i="0">
              <a:solidFill>
                <a:srgbClr val="293849"/>
              </a:solidFill>
              <a:effectLst/>
              <a:latin typeface="Montserrat" panose="00000500000000000000" pitchFamily="2" charset="0"/>
            </a:endParaRPr>
          </a:p>
          <a:p>
            <a:pPr marL="285750" indent="-285750">
              <a:buFont typeface="Arial" panose="020B0604020202020204" pitchFamily="34" charset="0"/>
              <a:buChar char="•"/>
            </a:pPr>
            <a:endParaRPr lang="en-US" sz="1600" b="0" i="0">
              <a:solidFill>
                <a:srgbClr val="293849"/>
              </a:solidFill>
              <a:effectLst/>
              <a:latin typeface="Montserrat" panose="00000500000000000000" pitchFamily="2" charset="0"/>
            </a:endParaRPr>
          </a:p>
          <a:p>
            <a:pPr algn="just"/>
            <a:r>
              <a:rPr lang="en-US" sz="1800" b="0" i="0" u="none" strike="noStrike">
                <a:solidFill>
                  <a:srgbClr val="0E101A"/>
                </a:solidFill>
                <a:effectLst/>
                <a:latin typeface="Times New Roman" panose="02020603050405020304" pitchFamily="18" charset="0"/>
              </a:rPr>
              <a:t>The COVID19 lockdown measures forced the industrial sector to shut down their production work which disrupted the supply chain. Many organizations faced challenges in functioning operations and manual working practices due to the lockdown restrictions. However, the global market was still maintaining its growth and never been in a low phase. The reason behind the exponential growth is the increased migration of industries in adopting automated operational systems instead of manual techniques. The increase in demand for automated systems creates an unexpected rise in the global cloud robotics market</a:t>
            </a:r>
            <a:r>
              <a:rPr lang="en-US" sz="1800" b="1" i="0" u="none" strike="noStrike">
                <a:solidFill>
                  <a:srgbClr val="0E101A"/>
                </a:solidFill>
                <a:effectLst/>
                <a:latin typeface="Times New Roman" panose="02020603050405020304" pitchFamily="18" charset="0"/>
              </a:rPr>
              <a:t>. Cloud robotics market sales</a:t>
            </a:r>
            <a:r>
              <a:rPr lang="en-US" sz="1800" b="0" i="0" u="none" strike="noStrike">
                <a:solidFill>
                  <a:srgbClr val="0E101A"/>
                </a:solidFill>
                <a:effectLst/>
                <a:latin typeface="Times New Roman" panose="02020603050405020304" pitchFamily="18" charset="0"/>
              </a:rPr>
              <a:t> are expected to reach greater heights in the upcoming years.</a:t>
            </a:r>
          </a:p>
          <a:p>
            <a:pPr algn="just"/>
            <a:endParaRPr lang="en-US" sz="1800" b="0" i="0" u="none" strike="noStrike">
              <a:solidFill>
                <a:srgbClr val="0E101A"/>
              </a:solidFill>
              <a:effectLst/>
              <a:latin typeface="Times New Roman" panose="02020603050405020304" pitchFamily="18" charset="0"/>
            </a:endParaRPr>
          </a:p>
          <a:p>
            <a:pPr algn="just"/>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trends</a:t>
            </a:r>
            <a:r>
              <a:rPr lang="en-US" b="0" i="0">
                <a:solidFill>
                  <a:srgbClr val="0E101A"/>
                </a:solidFill>
                <a:effectLst/>
                <a:latin typeface="arial" panose="020B0604020202020204" pitchFamily="34" charset="0"/>
              </a:rPr>
              <a:t> are blooming in the field of artificial intelligence and produce vast opportunities for the global market. More and more industries are accepting cloud robotics technology as it has benefits of both robotics as well as cloud-based systems. The robotics features provide sensation, control, and actuation to the systems, whereas the cloud technology provides on-demand, convenient, and omnipresent network access.</a:t>
            </a:r>
            <a:endParaRPr lang="en-US" b="0" i="0">
              <a:solidFill>
                <a:srgbClr val="333333"/>
              </a:solidFill>
              <a:effectLst/>
              <a:latin typeface="arial" panose="020B0604020202020204" pitchFamily="34" charset="0"/>
            </a:endParaRPr>
          </a:p>
          <a:p>
            <a:endParaRPr lang="en-US"/>
          </a:p>
          <a:p>
            <a:r>
              <a:rPr lang="en-US" b="0" i="0">
                <a:solidFill>
                  <a:srgbClr val="0E101A"/>
                </a:solidFill>
                <a:effectLst/>
                <a:latin typeface="arial" panose="020B0604020202020204" pitchFamily="34" charset="0"/>
              </a:rPr>
              <a:t>Higher installation cost restricts enterprises to adopt the technology and opt for a much cheaper option. Another major challenge in the market is the shortage of technical expertise in the industries that restrain the growth of the market.</a:t>
            </a:r>
          </a:p>
          <a:p>
            <a:endParaRPr lang="en-US" b="0" i="0">
              <a:solidFill>
                <a:srgbClr val="0E101A"/>
              </a:solidFill>
              <a:effectLst/>
              <a:latin typeface="arial" panose="020B0604020202020204" pitchFamily="34" charset="0"/>
            </a:endParaRPr>
          </a:p>
          <a:p>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segments</a:t>
            </a:r>
            <a:r>
              <a:rPr lang="en-US" b="0" i="0">
                <a:solidFill>
                  <a:srgbClr val="0E101A"/>
                </a:solidFill>
                <a:effectLst/>
                <a:latin typeface="arial" panose="020B0604020202020204" pitchFamily="34" charset="0"/>
              </a:rPr>
              <a:t> on the basis of application include defense, healthcare, manufacturing, retail, transportation, aerospace, agriculture, and many other sectors. The market segment on the basis of connectivity comprises Wi-Fi, 5G, Bluetooth, radiofrequency, and infrared connectivity. The market segment on the basis of type involves proxy-based, clone-based, and peer-based cloud robotics.</a:t>
            </a:r>
          </a:p>
          <a:p>
            <a:endParaRPr lang="en-US" b="0" i="0">
              <a:solidFill>
                <a:srgbClr val="0E101A"/>
              </a:solidFill>
              <a:effectLst/>
              <a:latin typeface="arial" panose="020B0604020202020204" pitchFamily="34" charset="0"/>
            </a:endParaRPr>
          </a:p>
          <a:p>
            <a:r>
              <a:rPr lang="en-US" b="0" i="0">
                <a:solidFill>
                  <a:srgbClr val="2A2A2A"/>
                </a:solidFill>
                <a:effectLst/>
                <a:latin typeface="Open Sans" panose="020B0606030504020204" pitchFamily="34" charset="0"/>
              </a:rPr>
              <a:t>enabling cloud robotics to integrate the functionalities of edge computing and benefits of ultra-low network latency with the help of modern 5G networks. With faster communication networks, robots and system automation have shifted from being the future innovations of the research labs to actually becoming a crucial cost, time, and energy-saving element of modern industries and businesses. Intelligent robots and their control systems have enabled entire processes, like vehicle assembly, to be carried out automatically. By adding mobility to the mix, the possibilities to include system automation in almost any industry increases dramatically. Moreover, the basic characteristic that determines the stability and operability of cloud-controlled robot control is the network latency, and so for most use cases, 4G is a good starting point to provide connectivity. But with newer technologies such as 5G, which supports a wider range of requirements including sub-millisecond latency, it can fulfill both the bandwidth and latency needs that applications such as remote-control robotics may require.</a:t>
            </a:r>
            <a:br>
              <a:rPr lang="en-US"/>
            </a:br>
            <a:endParaRPr lang="de-DE" sz="1600">
              <a:solidFill>
                <a:schemeClr val="bg1"/>
              </a:solidFill>
            </a:endParaRPr>
          </a:p>
          <a:p>
            <a:pPr algn="just">
              <a:buFont typeface="+mj-lt"/>
              <a:buAutoNum type="arabicPeriod"/>
            </a:pPr>
            <a:r>
              <a:rPr lang="en-US" b="1" i="0">
                <a:solidFill>
                  <a:srgbClr val="000000"/>
                </a:solidFill>
                <a:effectLst/>
                <a:latin typeface="-apple-system"/>
              </a:rPr>
              <a:t>Advent of 5G technology can provide major growth opportunities over the forecast period</a:t>
            </a:r>
            <a:endParaRPr lang="en-US" b="0" i="0">
              <a:solidFill>
                <a:srgbClr val="000000"/>
              </a:solidFill>
              <a:effectLst/>
              <a:latin typeface="-apple-system"/>
            </a:endParaRPr>
          </a:p>
          <a:p>
            <a:pPr algn="just"/>
            <a:r>
              <a:rPr lang="en-US" b="0" i="0">
                <a:solidFill>
                  <a:srgbClr val="000000"/>
                </a:solidFill>
                <a:effectLst/>
                <a:latin typeface="-apple-system"/>
              </a:rPr>
              <a:t>Deployment of cloud-based robotic systems requires reliable and constant connectivity, regardless of the environment it operates within. Wireless technology offers these solutions and eliminates the need for complex wireline connections to provide communication systems. Moreover, 5G is expected to offer very low latency and is an obvious choice for applications that require high capacity. 5G supports a wider range of requirements such as sub-millisecond latency. For instance, Ericsson has partnered with biomedical companies such as </a:t>
            </a:r>
            <a:r>
              <a:rPr lang="en-US" b="0" i="0" err="1">
                <a:solidFill>
                  <a:srgbClr val="000000"/>
                </a:solidFill>
                <a:effectLst/>
                <a:latin typeface="-apple-system"/>
              </a:rPr>
              <a:t>EI.En</a:t>
            </a:r>
            <a:r>
              <a:rPr lang="en-US" b="0" i="0">
                <a:solidFill>
                  <a:srgbClr val="000000"/>
                </a:solidFill>
                <a:effectLst/>
                <a:latin typeface="-apple-system"/>
              </a:rPr>
              <a:t> and </a:t>
            </a:r>
            <a:r>
              <a:rPr lang="en-US" b="0" i="0" err="1">
                <a:solidFill>
                  <a:srgbClr val="000000"/>
                </a:solidFill>
                <a:effectLst/>
                <a:latin typeface="-apple-system"/>
              </a:rPr>
              <a:t>Imaginalis</a:t>
            </a:r>
            <a:r>
              <a:rPr lang="en-US" b="0" i="0">
                <a:solidFill>
                  <a:srgbClr val="000000"/>
                </a:solidFill>
                <a:effectLst/>
                <a:latin typeface="-apple-system"/>
              </a:rPr>
              <a:t> for robotic-assisted surgeries and remote diagnosis.</a:t>
            </a:r>
          </a:p>
          <a:p>
            <a:endParaRPr lang="en-US"/>
          </a:p>
          <a:p>
            <a:pPr algn="just">
              <a:buFont typeface="+mj-lt"/>
              <a:buAutoNum type="arabicPeriod" startAt="2"/>
            </a:pPr>
            <a:r>
              <a:rPr lang="en-US" b="1" i="0">
                <a:solidFill>
                  <a:srgbClr val="000000"/>
                </a:solidFill>
                <a:effectLst/>
                <a:latin typeface="-apple-system"/>
              </a:rPr>
              <a:t>Technological advancements in robotic applications are expected to present lucrative business opportunities</a:t>
            </a:r>
            <a:endParaRPr lang="en-US" b="0" i="0">
              <a:solidFill>
                <a:srgbClr val="000000"/>
              </a:solidFill>
              <a:effectLst/>
              <a:latin typeface="-apple-system"/>
            </a:endParaRPr>
          </a:p>
          <a:p>
            <a:pPr algn="just"/>
            <a:r>
              <a:rPr lang="en-US" b="0" i="0">
                <a:solidFill>
                  <a:srgbClr val="000000"/>
                </a:solidFill>
                <a:effectLst/>
                <a:latin typeface="-apple-system"/>
              </a:rPr>
              <a:t>The development in the robotics industry has enabled new robots to perform a plethora of applications. Robots can now perceive, manipulate, place and pick a wide variety of objects in less structured environments. Cloud robotics is considered as a step-further in this, enabling major advancements in automotive and other industrial applications. For instance, Google’s driverless cars are cloud robots, these cars use cloud services to navigate using Google’s enormous database of satellite and maps. These cars combine this data with current and past traffic patterns to avoid collisions.</a:t>
            </a:r>
          </a:p>
          <a:p>
            <a:endParaRPr lang="en-US"/>
          </a:p>
          <a:p>
            <a:r>
              <a:rPr lang="en-US" b="0" i="0">
                <a:solidFill>
                  <a:srgbClr val="000000"/>
                </a:solidFill>
                <a:effectLst/>
                <a:latin typeface="-apple-system"/>
              </a:rPr>
              <a:t>Clone-based robots are gaining traction in the market at a higher rate with increasing adoption of cloud robotics. In clone-based robots, the applications or tasks can be divided between the robots or its clone in the cloud. Robotic clones can form an enhanced network with strong connectivity for improved data transfer and connectivity. For instance, CA Technologies has developed cloning systems for various robotic applications. This cloning platform avoids robot device ID duplication for improved results and elimination of unexpected results.</a:t>
            </a:r>
            <a:endParaRPr lang="en-US"/>
          </a:p>
        </p:txBody>
      </p:sp>
      <p:sp>
        <p:nvSpPr>
          <p:cNvPr id="4" name="Slide Number Placeholder 3">
            <a:extLst>
              <a:ext uri="{FF2B5EF4-FFF2-40B4-BE49-F238E27FC236}">
                <a16:creationId xmlns:a16="http://schemas.microsoft.com/office/drawing/2014/main" id="{758FC252-1808-C9A7-3626-47449D0C96B1}"/>
              </a:ext>
            </a:extLst>
          </p:cNvPr>
          <p:cNvSpPr>
            <a:spLocks noGrp="1"/>
          </p:cNvSpPr>
          <p:nvPr>
            <p:ph type="sldNum" sz="quarter" idx="5"/>
          </p:nvPr>
        </p:nvSpPr>
        <p:spPr/>
        <p:txBody>
          <a:bodyPr/>
          <a:lstStyle/>
          <a:p>
            <a:fld id="{CD833618-F055-4DA9-AF36-F93C40EFB042}" type="slidenum">
              <a:rPr lang="en-US" smtClean="0"/>
              <a:t>8</a:t>
            </a:fld>
            <a:endParaRPr lang="en-US"/>
          </a:p>
        </p:txBody>
      </p:sp>
    </p:spTree>
    <p:extLst>
      <p:ext uri="{BB962C8B-B14F-4D97-AF65-F5344CB8AC3E}">
        <p14:creationId xmlns:p14="http://schemas.microsoft.com/office/powerpoint/2010/main" val="537662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99BCA-C514-59AF-2C41-3614B6100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7EB04-E3E5-8D6B-8DB6-90433FD84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30420C-7ED3-BD0B-68BA-C07DFDE82105}"/>
              </a:ext>
            </a:extLst>
          </p:cNvPr>
          <p:cNvSpPr>
            <a:spLocks noGrp="1"/>
          </p:cNvSpPr>
          <p:nvPr>
            <p:ph type="body" idx="1"/>
          </p:nvPr>
        </p:nvSpPr>
        <p:spPr/>
        <p:txBody>
          <a:bodyPr/>
          <a:lstStyle/>
          <a:p>
            <a:pPr marL="285750" indent="-285750">
              <a:buFont typeface="Arial" panose="020B0604020202020204" pitchFamily="34" charset="0"/>
              <a:buChar char="•"/>
            </a:pPr>
            <a:r>
              <a:rPr lang="en-US" sz="1600">
                <a:solidFill>
                  <a:schemeClr val="bg1"/>
                </a:solidFill>
              </a:rPr>
              <a:t>With many organizations increasingly adopting cloud infrastructure for rapid operation processes, the demand for cloud robotics systems is rising in multi-folds. Moreover, improving internet connectivity led by vast deployments of cloud networks impact the market landscape positively.</a:t>
            </a:r>
          </a:p>
          <a:p>
            <a:pPr marL="285750" indent="-285750">
              <a:buFont typeface="Arial" panose="020B0604020202020204" pitchFamily="34" charset="0"/>
              <a:buChar char="•"/>
            </a:pPr>
            <a:r>
              <a:rPr lang="en-US" sz="1600" b="0" i="0">
                <a:solidFill>
                  <a:srgbClr val="293849"/>
                </a:solidFill>
                <a:effectLst/>
                <a:latin typeface="Montserrat" panose="00000500000000000000" pitchFamily="2" charset="0"/>
              </a:rPr>
              <a:t>Development in software structures and wireless technology progress defines the growing market landscape, increasing the dependence of industries on robotic cloud systems. Cloud robotics platforms provide on-demand automation solutions for material handling and inventory management in warehousing applications.</a:t>
            </a:r>
          </a:p>
          <a:p>
            <a:pPr marL="285750" indent="-285750">
              <a:buFont typeface="Arial" panose="020B0604020202020204" pitchFamily="34" charset="0"/>
              <a:buChar char="•"/>
            </a:pPr>
            <a:r>
              <a:rPr lang="en-US" b="0" i="0">
                <a:solidFill>
                  <a:srgbClr val="293849"/>
                </a:solidFill>
                <a:effectLst/>
                <a:latin typeface="Montserrat" panose="00000500000000000000" pitchFamily="2" charset="0"/>
              </a:rPr>
              <a:t>The rising use of cloud robotics in growing numbers of manufacturing, distribution, and fulfillment centers for various material handling tasks offers large opportunities to market players. Furthermore, improving official safety standards governing the design and manufacture of industrial mobile robots impacts the market growth positively</a:t>
            </a:r>
            <a:endParaRPr lang="en-US" sz="1600" b="0" i="0">
              <a:solidFill>
                <a:srgbClr val="293849"/>
              </a:solidFill>
              <a:effectLst/>
              <a:latin typeface="Montserrat" panose="00000500000000000000" pitchFamily="2" charset="0"/>
            </a:endParaRPr>
          </a:p>
          <a:p>
            <a:pPr marL="285750" indent="-285750">
              <a:buFont typeface="Arial" panose="020B0604020202020204" pitchFamily="34" charset="0"/>
              <a:buChar char="•"/>
            </a:pPr>
            <a:endParaRPr lang="en-US" sz="1600" b="0" i="0">
              <a:solidFill>
                <a:srgbClr val="293849"/>
              </a:solidFill>
              <a:effectLst/>
              <a:latin typeface="Montserrat" panose="00000500000000000000" pitchFamily="2" charset="0"/>
            </a:endParaRPr>
          </a:p>
          <a:p>
            <a:pPr algn="just"/>
            <a:r>
              <a:rPr lang="en-US" sz="1800" b="0" i="0" u="none" strike="noStrike">
                <a:solidFill>
                  <a:srgbClr val="0E101A"/>
                </a:solidFill>
                <a:effectLst/>
                <a:latin typeface="Times New Roman" panose="02020603050405020304" pitchFamily="18" charset="0"/>
              </a:rPr>
              <a:t>The COVID19 lockdown measures forced the industrial sector to shut down their production work which disrupted the supply chain. Many organizations faced challenges in functioning operations and manual working practices due to the lockdown restrictions. However, the global market was still maintaining its growth and never been in a low phase. The reason behind the exponential growth is the increased migration of industries in adopting automated operational systems instead of manual techniques. The increase in demand for automated systems creates an unexpected rise in the global cloud robotics market</a:t>
            </a:r>
            <a:r>
              <a:rPr lang="en-US" sz="1800" b="1" i="0" u="none" strike="noStrike">
                <a:solidFill>
                  <a:srgbClr val="0E101A"/>
                </a:solidFill>
                <a:effectLst/>
                <a:latin typeface="Times New Roman" panose="02020603050405020304" pitchFamily="18" charset="0"/>
              </a:rPr>
              <a:t>. Cloud robotics market sales</a:t>
            </a:r>
            <a:r>
              <a:rPr lang="en-US" sz="1800" b="0" i="0" u="none" strike="noStrike">
                <a:solidFill>
                  <a:srgbClr val="0E101A"/>
                </a:solidFill>
                <a:effectLst/>
                <a:latin typeface="Times New Roman" panose="02020603050405020304" pitchFamily="18" charset="0"/>
              </a:rPr>
              <a:t> are expected to reach greater heights in the upcoming years.</a:t>
            </a:r>
          </a:p>
          <a:p>
            <a:pPr algn="just"/>
            <a:endParaRPr lang="en-US" sz="1800" b="0" i="0" u="none" strike="noStrike">
              <a:solidFill>
                <a:srgbClr val="0E101A"/>
              </a:solidFill>
              <a:effectLst/>
              <a:latin typeface="Times New Roman" panose="02020603050405020304" pitchFamily="18" charset="0"/>
            </a:endParaRPr>
          </a:p>
          <a:p>
            <a:pPr algn="just"/>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trends</a:t>
            </a:r>
            <a:r>
              <a:rPr lang="en-US" b="0" i="0">
                <a:solidFill>
                  <a:srgbClr val="0E101A"/>
                </a:solidFill>
                <a:effectLst/>
                <a:latin typeface="arial" panose="020B0604020202020204" pitchFamily="34" charset="0"/>
              </a:rPr>
              <a:t> are blooming in the field of artificial intelligence and produce vast opportunities for the global market. More and more industries are accepting cloud robotics technology as it has benefits of both robotics as well as cloud-based systems. The robotics features provide sensation, control, and actuation to the systems, whereas the cloud technology provides on-demand, convenient, and omnipresent network access.</a:t>
            </a:r>
            <a:endParaRPr lang="en-US" b="0" i="0">
              <a:solidFill>
                <a:srgbClr val="333333"/>
              </a:solidFill>
              <a:effectLst/>
              <a:latin typeface="arial" panose="020B0604020202020204" pitchFamily="34" charset="0"/>
            </a:endParaRPr>
          </a:p>
          <a:p>
            <a:endParaRPr lang="en-US"/>
          </a:p>
          <a:p>
            <a:r>
              <a:rPr lang="en-US" b="0" i="0">
                <a:solidFill>
                  <a:srgbClr val="0E101A"/>
                </a:solidFill>
                <a:effectLst/>
                <a:latin typeface="arial" panose="020B0604020202020204" pitchFamily="34" charset="0"/>
              </a:rPr>
              <a:t>Higher installation cost restricts enterprises to adopt the technology and opt for a much cheaper option. Another major challenge in the market is the shortage of technical expertise in the industries that restrain the growth of the market.</a:t>
            </a:r>
          </a:p>
          <a:p>
            <a:endParaRPr lang="en-US" b="0" i="0">
              <a:solidFill>
                <a:srgbClr val="0E101A"/>
              </a:solidFill>
              <a:effectLst/>
              <a:latin typeface="arial" panose="020B0604020202020204" pitchFamily="34" charset="0"/>
            </a:endParaRPr>
          </a:p>
          <a:p>
            <a:r>
              <a:rPr lang="en-US" b="0" i="0">
                <a:solidFill>
                  <a:srgbClr val="0E101A"/>
                </a:solidFill>
                <a:effectLst/>
                <a:latin typeface="arial" panose="020B0604020202020204" pitchFamily="34" charset="0"/>
              </a:rPr>
              <a:t>The </a:t>
            </a:r>
            <a:r>
              <a:rPr lang="en-US" b="1" i="0">
                <a:solidFill>
                  <a:srgbClr val="0E101A"/>
                </a:solidFill>
                <a:effectLst/>
                <a:latin typeface="arial" panose="020B0604020202020204" pitchFamily="34" charset="0"/>
              </a:rPr>
              <a:t>cloud robotics market segments</a:t>
            </a:r>
            <a:r>
              <a:rPr lang="en-US" b="0" i="0">
                <a:solidFill>
                  <a:srgbClr val="0E101A"/>
                </a:solidFill>
                <a:effectLst/>
                <a:latin typeface="arial" panose="020B0604020202020204" pitchFamily="34" charset="0"/>
              </a:rPr>
              <a:t> on the basis of application include defense, healthcare, manufacturing, retail, transportation, aerospace, agriculture, and many other sectors. The market segment on the basis of connectivity comprises Wi-Fi, 5G, Bluetooth, radiofrequency, and infrared connectivity. The market segment on the basis of type involves proxy-based, clone-based, and peer-based cloud robotics.</a:t>
            </a:r>
          </a:p>
          <a:p>
            <a:endParaRPr lang="en-US" b="0" i="0">
              <a:solidFill>
                <a:srgbClr val="0E101A"/>
              </a:solidFill>
              <a:effectLst/>
              <a:latin typeface="arial" panose="020B0604020202020204" pitchFamily="34" charset="0"/>
            </a:endParaRPr>
          </a:p>
          <a:p>
            <a:r>
              <a:rPr lang="en-US" b="0" i="0">
                <a:solidFill>
                  <a:srgbClr val="2A2A2A"/>
                </a:solidFill>
                <a:effectLst/>
                <a:latin typeface="Open Sans" panose="020B0606030504020204" pitchFamily="34" charset="0"/>
              </a:rPr>
              <a:t>enabling cloud robotics to integrate the functionalities of edge computing and benefits of ultra-low network latency with the help of modern 5G networks. With faster communication networks, robots and system automation have shifted from being the future innovations of the research labs to actually becoming a crucial cost, time, and energy-saving element of modern industries and businesses. Intelligent robots and their control systems have enabled entire processes, like vehicle assembly, to be carried out automatically. By adding mobility to the mix, the possibilities to include system automation in almost any industry increases dramatically. Moreover, the basic characteristic that determines the stability and operability of cloud-controlled robot control is the network latency, and so for most use cases, 4G is a good starting point to provide connectivity. But with newer technologies such as 5G, which supports a wider range of requirements including sub-millisecond latency, it can fulfill both the bandwidth and latency needs that applications such as remote-control robotics may require.</a:t>
            </a:r>
            <a:br>
              <a:rPr lang="en-US"/>
            </a:br>
            <a:endParaRPr lang="de-DE" sz="1600">
              <a:solidFill>
                <a:schemeClr val="bg1"/>
              </a:solidFill>
            </a:endParaRPr>
          </a:p>
          <a:p>
            <a:pPr algn="just">
              <a:buFont typeface="+mj-lt"/>
              <a:buAutoNum type="arabicPeriod"/>
            </a:pPr>
            <a:r>
              <a:rPr lang="en-US" b="1" i="0">
                <a:solidFill>
                  <a:srgbClr val="000000"/>
                </a:solidFill>
                <a:effectLst/>
                <a:latin typeface="-apple-system"/>
              </a:rPr>
              <a:t>Advent of 5G technology can provide major growth opportunities over the forecast period</a:t>
            </a:r>
            <a:endParaRPr lang="en-US" b="0" i="0">
              <a:solidFill>
                <a:srgbClr val="000000"/>
              </a:solidFill>
              <a:effectLst/>
              <a:latin typeface="-apple-system"/>
            </a:endParaRPr>
          </a:p>
          <a:p>
            <a:pPr algn="just"/>
            <a:r>
              <a:rPr lang="en-US" b="0" i="0">
                <a:solidFill>
                  <a:srgbClr val="000000"/>
                </a:solidFill>
                <a:effectLst/>
                <a:latin typeface="-apple-system"/>
              </a:rPr>
              <a:t>Deployment of cloud-based robotic systems requires reliable and constant connectivity, regardless of the environment it operates within. Wireless technology offers these solutions and eliminates the need for complex wireline connections to provide communication systems. Moreover, 5G is expected to offer very low latency and is an obvious choice for applications that require high capacity. 5G supports a wider range of requirements such as sub-millisecond latency. For instance, Ericsson has partnered with biomedical companies such as </a:t>
            </a:r>
            <a:r>
              <a:rPr lang="en-US" b="0" i="0" err="1">
                <a:solidFill>
                  <a:srgbClr val="000000"/>
                </a:solidFill>
                <a:effectLst/>
                <a:latin typeface="-apple-system"/>
              </a:rPr>
              <a:t>EI.En</a:t>
            </a:r>
            <a:r>
              <a:rPr lang="en-US" b="0" i="0">
                <a:solidFill>
                  <a:srgbClr val="000000"/>
                </a:solidFill>
                <a:effectLst/>
                <a:latin typeface="-apple-system"/>
              </a:rPr>
              <a:t> and </a:t>
            </a:r>
            <a:r>
              <a:rPr lang="en-US" b="0" i="0" err="1">
                <a:solidFill>
                  <a:srgbClr val="000000"/>
                </a:solidFill>
                <a:effectLst/>
                <a:latin typeface="-apple-system"/>
              </a:rPr>
              <a:t>Imaginalis</a:t>
            </a:r>
            <a:r>
              <a:rPr lang="en-US" b="0" i="0">
                <a:solidFill>
                  <a:srgbClr val="000000"/>
                </a:solidFill>
                <a:effectLst/>
                <a:latin typeface="-apple-system"/>
              </a:rPr>
              <a:t> for robotic-assisted surgeries and remote diagnosis.</a:t>
            </a:r>
          </a:p>
          <a:p>
            <a:endParaRPr lang="en-US"/>
          </a:p>
          <a:p>
            <a:pPr algn="just">
              <a:buFont typeface="+mj-lt"/>
              <a:buAutoNum type="arabicPeriod" startAt="2"/>
            </a:pPr>
            <a:r>
              <a:rPr lang="en-US" b="1" i="0">
                <a:solidFill>
                  <a:srgbClr val="000000"/>
                </a:solidFill>
                <a:effectLst/>
                <a:latin typeface="-apple-system"/>
              </a:rPr>
              <a:t>Technological advancements in robotic applications are expected to present lucrative business opportunities</a:t>
            </a:r>
            <a:endParaRPr lang="en-US" b="0" i="0">
              <a:solidFill>
                <a:srgbClr val="000000"/>
              </a:solidFill>
              <a:effectLst/>
              <a:latin typeface="-apple-system"/>
            </a:endParaRPr>
          </a:p>
          <a:p>
            <a:pPr algn="just"/>
            <a:r>
              <a:rPr lang="en-US" b="0" i="0">
                <a:solidFill>
                  <a:srgbClr val="000000"/>
                </a:solidFill>
                <a:effectLst/>
                <a:latin typeface="-apple-system"/>
              </a:rPr>
              <a:t>The development in the robotics industry has enabled new robots to perform a plethora of applications. Robots can now perceive, manipulate, place and pick a wide variety of objects in less structured environments. Cloud robotics is considered as a step-further in this, enabling major advancements in automotive and other industrial applications. For instance, Google’s driverless cars are cloud robots, these cars use cloud services to navigate using Google’s enormous database of satellite and maps. These cars combine this data with current and past traffic patterns to avoid collisions.</a:t>
            </a:r>
          </a:p>
          <a:p>
            <a:endParaRPr lang="en-US"/>
          </a:p>
          <a:p>
            <a:r>
              <a:rPr lang="en-US" b="0" i="0">
                <a:solidFill>
                  <a:srgbClr val="000000"/>
                </a:solidFill>
                <a:effectLst/>
                <a:latin typeface="-apple-system"/>
              </a:rPr>
              <a:t>Clone-based robots are gaining traction in the market at a higher rate with increasing adoption of cloud robotics. In clone-based robots, the applications or tasks can be divided between the robots or its clone in the cloud. Robotic clones can form an enhanced network with strong connectivity for improved data transfer and connectivity. For instance, CA Technologies has developed cloning systems for various robotic applications. This cloning platform avoids robot device ID duplication for improved results and elimination of unexpected results.</a:t>
            </a:r>
            <a:endParaRPr lang="en-US"/>
          </a:p>
        </p:txBody>
      </p:sp>
      <p:sp>
        <p:nvSpPr>
          <p:cNvPr id="4" name="Slide Number Placeholder 3">
            <a:extLst>
              <a:ext uri="{FF2B5EF4-FFF2-40B4-BE49-F238E27FC236}">
                <a16:creationId xmlns:a16="http://schemas.microsoft.com/office/drawing/2014/main" id="{D4927A86-8D46-E82E-E810-9BAA510E79A6}"/>
              </a:ext>
            </a:extLst>
          </p:cNvPr>
          <p:cNvSpPr>
            <a:spLocks noGrp="1"/>
          </p:cNvSpPr>
          <p:nvPr>
            <p:ph type="sldNum" sz="quarter" idx="5"/>
          </p:nvPr>
        </p:nvSpPr>
        <p:spPr/>
        <p:txBody>
          <a:bodyPr/>
          <a:lstStyle/>
          <a:p>
            <a:fld id="{CD833618-F055-4DA9-AF36-F93C40EFB042}" type="slidenum">
              <a:rPr lang="en-US" smtClean="0"/>
              <a:t>9</a:t>
            </a:fld>
            <a:endParaRPr lang="en-US"/>
          </a:p>
        </p:txBody>
      </p:sp>
    </p:spTree>
    <p:extLst>
      <p:ext uri="{BB962C8B-B14F-4D97-AF65-F5344CB8AC3E}">
        <p14:creationId xmlns:p14="http://schemas.microsoft.com/office/powerpoint/2010/main" val="14034046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rgbClr val="1C1C1C"/>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10A2660-1EA2-0945-AFC0-48EA0FEEDAF2}"/>
              </a:ext>
            </a:extLst>
          </p:cNvPr>
          <p:cNvSpPr txBox="1"/>
          <p:nvPr userDrawn="1"/>
        </p:nvSpPr>
        <p:spPr>
          <a:xfrm>
            <a:off x="469958" y="6236843"/>
            <a:ext cx="2896193" cy="169233"/>
          </a:xfrm>
          <a:prstGeom prst="rect">
            <a:avLst/>
          </a:prstGeom>
          <a:noFill/>
        </p:spPr>
        <p:txBody>
          <a:bodyPr wrap="none" lIns="91416" tIns="45708" rIns="91416" bIns="45708" rtlCol="0" anchor="t">
            <a:spAutoFit/>
          </a:bodyPr>
          <a:lstStyle/>
          <a:p>
            <a:pPr defTabSz="456926"/>
            <a:r>
              <a:rPr lang="en-US" sz="500" spc="300">
                <a:solidFill>
                  <a:srgbClr val="A6A6A6"/>
                </a:solidFill>
                <a:latin typeface="Arial" panose="020B0604020202020204"/>
              </a:rPr>
              <a:t>2025 WIND RIVER, ALL RIGHTS RESERVED</a:t>
            </a:r>
          </a:p>
        </p:txBody>
      </p:sp>
      <p:sp>
        <p:nvSpPr>
          <p:cNvPr id="15" name="TextBox 14">
            <a:extLst>
              <a:ext uri="{FF2B5EF4-FFF2-40B4-BE49-F238E27FC236}">
                <a16:creationId xmlns:a16="http://schemas.microsoft.com/office/drawing/2014/main" id="{C65EB9FF-D40B-DE42-B0DA-AB8BC49B2924}"/>
              </a:ext>
            </a:extLst>
          </p:cNvPr>
          <p:cNvSpPr txBox="1"/>
          <p:nvPr userDrawn="1"/>
        </p:nvSpPr>
        <p:spPr>
          <a:xfrm>
            <a:off x="-2105349" y="3437859"/>
            <a:ext cx="2093726" cy="307697"/>
          </a:xfrm>
          <a:prstGeom prst="rect">
            <a:avLst/>
          </a:prstGeom>
          <a:noFill/>
        </p:spPr>
        <p:txBody>
          <a:bodyPr wrap="square" rtlCol="0">
            <a:spAutoFit/>
          </a:bodyPr>
          <a:lstStyle>
            <a:defPPr>
              <a:defRPr lang="en-US"/>
            </a:defPPr>
            <a:lvl1pPr>
              <a:defRPr sz="700" b="1"/>
            </a:lvl1pPr>
          </a:lstStyle>
          <a:p>
            <a:pPr algn="r" defTabSz="456926"/>
            <a:r>
              <a:rPr lang="en-US" sz="700">
                <a:solidFill>
                  <a:srgbClr val="1CE4D0"/>
                </a:solidFill>
                <a:latin typeface="Arial" panose="020B0604020202020204"/>
              </a:rPr>
              <a:t>FOR TITLE SLIDES </a:t>
            </a:r>
          </a:p>
          <a:p>
            <a:pPr algn="r" defTabSz="456926"/>
            <a:r>
              <a:rPr lang="en-US" sz="700">
                <a:solidFill>
                  <a:srgbClr val="1CE4D0"/>
                </a:solidFill>
                <a:latin typeface="Arial" panose="020B0604020202020204"/>
              </a:rPr>
              <a:t>KEEP THE TITLE HERE</a:t>
            </a:r>
          </a:p>
        </p:txBody>
      </p:sp>
      <p:cxnSp>
        <p:nvCxnSpPr>
          <p:cNvPr id="19" name="Straight Connector 18">
            <a:extLst>
              <a:ext uri="{FF2B5EF4-FFF2-40B4-BE49-F238E27FC236}">
                <a16:creationId xmlns:a16="http://schemas.microsoft.com/office/drawing/2014/main" id="{807F0B23-4784-7F4A-9BB6-BD9C69D614B2}"/>
              </a:ext>
            </a:extLst>
          </p:cNvPr>
          <p:cNvCxnSpPr/>
          <p:nvPr userDrawn="1"/>
        </p:nvCxnSpPr>
        <p:spPr>
          <a:xfrm>
            <a:off x="469958" y="3429000"/>
            <a:ext cx="5624456" cy="0"/>
          </a:xfrm>
          <a:prstGeom prst="line">
            <a:avLst/>
          </a:prstGeom>
          <a:noFill/>
          <a:ln w="25400" cap="flat" cmpd="sng" algn="ctr">
            <a:solidFill>
              <a:srgbClr val="30E3D0"/>
            </a:solidFill>
            <a:prstDash val="solid"/>
            <a:miter lim="800000"/>
          </a:ln>
          <a:effectLst/>
        </p:spPr>
      </p:cxnSp>
      <p:sp>
        <p:nvSpPr>
          <p:cNvPr id="21" name="Text Placeholder 20">
            <a:extLst>
              <a:ext uri="{FF2B5EF4-FFF2-40B4-BE49-F238E27FC236}">
                <a16:creationId xmlns:a16="http://schemas.microsoft.com/office/drawing/2014/main" id="{3C2DF4D4-06F7-2B4E-BBCC-7A35D086C439}"/>
              </a:ext>
            </a:extLst>
          </p:cNvPr>
          <p:cNvSpPr>
            <a:spLocks noGrp="1"/>
          </p:cNvSpPr>
          <p:nvPr>
            <p:ph type="body" sz="quarter" idx="10" hasCustomPrompt="1"/>
          </p:nvPr>
        </p:nvSpPr>
        <p:spPr>
          <a:xfrm>
            <a:off x="565035" y="3579963"/>
            <a:ext cx="5065712" cy="212734"/>
          </a:xfrm>
          <a:prstGeom prst="rect">
            <a:avLst/>
          </a:prstGeom>
        </p:spPr>
        <p:txBody>
          <a:bodyPr lIns="0" tIns="0" rIns="0" bIns="0" anchor="ctr" anchorCtr="0">
            <a:noAutofit/>
          </a:bodyPr>
          <a:lstStyle>
            <a:lvl1pPr marL="0" indent="0">
              <a:buNone/>
              <a:defRPr sz="1400">
                <a:solidFill>
                  <a:schemeClr val="bg1"/>
                </a:solidFill>
                <a:latin typeface="Arial" panose="020B0604020202020204" pitchFamily="34" charset="0"/>
                <a:cs typeface="Arial" panose="020B0604020202020204" pitchFamily="34" charset="0"/>
              </a:defRPr>
            </a:lvl1pPr>
            <a:lvl2pPr marL="456926" indent="0">
              <a:buNone/>
              <a:defRPr>
                <a:solidFill>
                  <a:srgbClr val="727272"/>
                </a:solidFill>
                <a:latin typeface="Arial" panose="020B0604020202020204" pitchFamily="34" charset="0"/>
                <a:cs typeface="Arial" panose="020B0604020202020204" pitchFamily="34" charset="0"/>
              </a:defRPr>
            </a:lvl2pPr>
            <a:lvl3pPr marL="913852" indent="0">
              <a:buNone/>
              <a:defRPr>
                <a:solidFill>
                  <a:srgbClr val="727272"/>
                </a:solidFill>
                <a:latin typeface="Arial" panose="020B0604020202020204" pitchFamily="34" charset="0"/>
                <a:cs typeface="Arial" panose="020B0604020202020204" pitchFamily="34" charset="0"/>
              </a:defRPr>
            </a:lvl3pPr>
            <a:lvl4pPr marL="1370778" indent="0">
              <a:buNone/>
              <a:defRPr>
                <a:solidFill>
                  <a:srgbClr val="727272"/>
                </a:solidFill>
                <a:latin typeface="Arial" panose="020B0604020202020204" pitchFamily="34" charset="0"/>
                <a:cs typeface="Arial" panose="020B0604020202020204" pitchFamily="34" charset="0"/>
              </a:defRPr>
            </a:lvl4pPr>
            <a:lvl5pPr marL="1827704" indent="0">
              <a:buNone/>
              <a:defRPr>
                <a:solidFill>
                  <a:srgbClr val="727272"/>
                </a:solidFill>
                <a:latin typeface="Arial" panose="020B0604020202020204" pitchFamily="34" charset="0"/>
                <a:cs typeface="Arial" panose="020B0604020202020204" pitchFamily="34" charset="0"/>
              </a:defRPr>
            </a:lvl5pPr>
          </a:lstStyle>
          <a:p>
            <a:pPr lvl="0"/>
            <a:r>
              <a:rPr lang="en-GB"/>
              <a:t>WIND RIVER</a:t>
            </a:r>
          </a:p>
        </p:txBody>
      </p:sp>
      <p:sp>
        <p:nvSpPr>
          <p:cNvPr id="22" name="Text Placeholder 20">
            <a:extLst>
              <a:ext uri="{FF2B5EF4-FFF2-40B4-BE49-F238E27FC236}">
                <a16:creationId xmlns:a16="http://schemas.microsoft.com/office/drawing/2014/main" id="{2B6DC346-FE60-B740-B4A6-AD43C959A5D5}"/>
              </a:ext>
            </a:extLst>
          </p:cNvPr>
          <p:cNvSpPr>
            <a:spLocks noGrp="1"/>
          </p:cNvSpPr>
          <p:nvPr>
            <p:ph type="body" sz="quarter" idx="11" hasCustomPrompt="1"/>
          </p:nvPr>
        </p:nvSpPr>
        <p:spPr>
          <a:xfrm>
            <a:off x="565035" y="3812876"/>
            <a:ext cx="5065712" cy="189714"/>
          </a:xfrm>
          <a:prstGeom prst="rect">
            <a:avLst/>
          </a:prstGeom>
        </p:spPr>
        <p:txBody>
          <a:bodyPr lIns="0" tIns="0" rIns="0" bIns="0" anchor="ctr" anchorCtr="0">
            <a:noAutofit/>
          </a:bodyPr>
          <a:lstStyle>
            <a:lvl1pPr marL="0" indent="0">
              <a:buNone/>
              <a:defRPr sz="1400">
                <a:solidFill>
                  <a:schemeClr val="bg1"/>
                </a:solidFill>
                <a:latin typeface="Arial" panose="020B0604020202020204" pitchFamily="34" charset="0"/>
                <a:cs typeface="Arial" panose="020B0604020202020204" pitchFamily="34" charset="0"/>
              </a:defRPr>
            </a:lvl1pPr>
            <a:lvl2pPr marL="456926" indent="0">
              <a:buNone/>
              <a:defRPr>
                <a:solidFill>
                  <a:srgbClr val="727272"/>
                </a:solidFill>
                <a:latin typeface="Arial" panose="020B0604020202020204" pitchFamily="34" charset="0"/>
                <a:cs typeface="Arial" panose="020B0604020202020204" pitchFamily="34" charset="0"/>
              </a:defRPr>
            </a:lvl2pPr>
            <a:lvl3pPr marL="913852" indent="0">
              <a:buNone/>
              <a:defRPr>
                <a:solidFill>
                  <a:srgbClr val="727272"/>
                </a:solidFill>
                <a:latin typeface="Arial" panose="020B0604020202020204" pitchFamily="34" charset="0"/>
                <a:cs typeface="Arial" panose="020B0604020202020204" pitchFamily="34" charset="0"/>
              </a:defRPr>
            </a:lvl3pPr>
            <a:lvl4pPr marL="1370778" indent="0">
              <a:buNone/>
              <a:defRPr>
                <a:solidFill>
                  <a:srgbClr val="727272"/>
                </a:solidFill>
                <a:latin typeface="Arial" panose="020B0604020202020204" pitchFamily="34" charset="0"/>
                <a:cs typeface="Arial" panose="020B0604020202020204" pitchFamily="34" charset="0"/>
              </a:defRPr>
            </a:lvl4pPr>
            <a:lvl5pPr marL="1827704" indent="0">
              <a:buNone/>
              <a:defRPr>
                <a:solidFill>
                  <a:srgbClr val="727272"/>
                </a:solidFill>
                <a:latin typeface="Arial" panose="020B0604020202020204" pitchFamily="34" charset="0"/>
                <a:cs typeface="Arial" panose="020B0604020202020204" pitchFamily="34" charset="0"/>
              </a:defRPr>
            </a:lvl5pPr>
          </a:lstStyle>
          <a:p>
            <a:pPr lvl="0"/>
            <a:r>
              <a:rPr lang="en-GB"/>
              <a:t>PERSONS NAME</a:t>
            </a:r>
          </a:p>
        </p:txBody>
      </p:sp>
      <p:sp>
        <p:nvSpPr>
          <p:cNvPr id="23" name="Text Placeholder 20">
            <a:extLst>
              <a:ext uri="{FF2B5EF4-FFF2-40B4-BE49-F238E27FC236}">
                <a16:creationId xmlns:a16="http://schemas.microsoft.com/office/drawing/2014/main" id="{96DC8CB5-6CF2-7F43-9839-128E1033B54F}"/>
              </a:ext>
            </a:extLst>
          </p:cNvPr>
          <p:cNvSpPr>
            <a:spLocks noGrp="1"/>
          </p:cNvSpPr>
          <p:nvPr>
            <p:ph type="body" sz="quarter" idx="12" hasCustomPrompt="1"/>
          </p:nvPr>
        </p:nvSpPr>
        <p:spPr>
          <a:xfrm>
            <a:off x="565035" y="4045790"/>
            <a:ext cx="5065712" cy="166692"/>
          </a:xfrm>
          <a:prstGeom prst="rect">
            <a:avLst/>
          </a:prstGeom>
        </p:spPr>
        <p:txBody>
          <a:bodyPr lIns="0" tIns="0" rIns="0" bIns="0" anchor="ctr" anchorCtr="0">
            <a:noAutofit/>
          </a:bodyPr>
          <a:lstStyle>
            <a:lvl1pPr marL="0" indent="0">
              <a:buNone/>
              <a:defRPr sz="1400">
                <a:solidFill>
                  <a:schemeClr val="bg1"/>
                </a:solidFill>
                <a:latin typeface="Arial" panose="020B0604020202020204" pitchFamily="34" charset="0"/>
                <a:cs typeface="Arial" panose="020B0604020202020204" pitchFamily="34" charset="0"/>
              </a:defRPr>
            </a:lvl1pPr>
            <a:lvl2pPr marL="456926" indent="0">
              <a:buNone/>
              <a:defRPr>
                <a:solidFill>
                  <a:srgbClr val="727272"/>
                </a:solidFill>
                <a:latin typeface="Arial" panose="020B0604020202020204" pitchFamily="34" charset="0"/>
                <a:cs typeface="Arial" panose="020B0604020202020204" pitchFamily="34" charset="0"/>
              </a:defRPr>
            </a:lvl2pPr>
            <a:lvl3pPr marL="913852" indent="0">
              <a:buNone/>
              <a:defRPr>
                <a:solidFill>
                  <a:srgbClr val="727272"/>
                </a:solidFill>
                <a:latin typeface="Arial" panose="020B0604020202020204" pitchFamily="34" charset="0"/>
                <a:cs typeface="Arial" panose="020B0604020202020204" pitchFamily="34" charset="0"/>
              </a:defRPr>
            </a:lvl3pPr>
            <a:lvl4pPr marL="1370778" indent="0">
              <a:buNone/>
              <a:defRPr>
                <a:solidFill>
                  <a:srgbClr val="727272"/>
                </a:solidFill>
                <a:latin typeface="Arial" panose="020B0604020202020204" pitchFamily="34" charset="0"/>
                <a:cs typeface="Arial" panose="020B0604020202020204" pitchFamily="34" charset="0"/>
              </a:defRPr>
            </a:lvl4pPr>
            <a:lvl5pPr marL="1827704" indent="0">
              <a:buNone/>
              <a:defRPr>
                <a:solidFill>
                  <a:srgbClr val="727272"/>
                </a:solidFill>
                <a:latin typeface="Arial" panose="020B0604020202020204" pitchFamily="34" charset="0"/>
                <a:cs typeface="Arial" panose="020B0604020202020204" pitchFamily="34" charset="0"/>
              </a:defRPr>
            </a:lvl5pPr>
          </a:lstStyle>
          <a:p>
            <a:pPr lvl="0"/>
            <a:r>
              <a:rPr lang="en-GB"/>
              <a:t>JOB TITLE</a:t>
            </a:r>
          </a:p>
        </p:txBody>
      </p:sp>
      <p:sp>
        <p:nvSpPr>
          <p:cNvPr id="24" name="Text Placeholder 20">
            <a:extLst>
              <a:ext uri="{FF2B5EF4-FFF2-40B4-BE49-F238E27FC236}">
                <a16:creationId xmlns:a16="http://schemas.microsoft.com/office/drawing/2014/main" id="{5BA35A42-67EC-4240-914E-B877DD7B24B5}"/>
              </a:ext>
            </a:extLst>
          </p:cNvPr>
          <p:cNvSpPr>
            <a:spLocks noGrp="1"/>
          </p:cNvSpPr>
          <p:nvPr>
            <p:ph type="body" sz="quarter" idx="13" hasCustomPrompt="1"/>
          </p:nvPr>
        </p:nvSpPr>
        <p:spPr>
          <a:xfrm>
            <a:off x="565035" y="4376411"/>
            <a:ext cx="5065712" cy="319191"/>
          </a:xfrm>
          <a:prstGeom prst="rect">
            <a:avLst/>
          </a:prstGeom>
        </p:spPr>
        <p:txBody>
          <a:bodyPr lIns="0" tIns="0" rIns="0" bIns="0" anchor="ctr" anchorCtr="0">
            <a:noAutofit/>
          </a:bodyPr>
          <a:lstStyle>
            <a:lvl1pPr marL="0" indent="0">
              <a:buNone/>
              <a:defRPr sz="1400">
                <a:solidFill>
                  <a:schemeClr val="bg1"/>
                </a:solidFill>
                <a:latin typeface="Arial" panose="020B0604020202020204" pitchFamily="34" charset="0"/>
                <a:cs typeface="Arial" panose="020B0604020202020204" pitchFamily="34" charset="0"/>
              </a:defRPr>
            </a:lvl1pPr>
            <a:lvl2pPr marL="456926" indent="0">
              <a:buNone/>
              <a:defRPr>
                <a:solidFill>
                  <a:srgbClr val="727272"/>
                </a:solidFill>
                <a:latin typeface="Arial" panose="020B0604020202020204" pitchFamily="34" charset="0"/>
                <a:cs typeface="Arial" panose="020B0604020202020204" pitchFamily="34" charset="0"/>
              </a:defRPr>
            </a:lvl2pPr>
            <a:lvl3pPr marL="913852" indent="0">
              <a:buNone/>
              <a:defRPr>
                <a:solidFill>
                  <a:srgbClr val="727272"/>
                </a:solidFill>
                <a:latin typeface="Arial" panose="020B0604020202020204" pitchFamily="34" charset="0"/>
                <a:cs typeface="Arial" panose="020B0604020202020204" pitchFamily="34" charset="0"/>
              </a:defRPr>
            </a:lvl3pPr>
            <a:lvl4pPr marL="1370778" indent="0">
              <a:buNone/>
              <a:defRPr>
                <a:solidFill>
                  <a:srgbClr val="727272"/>
                </a:solidFill>
                <a:latin typeface="Arial" panose="020B0604020202020204" pitchFamily="34" charset="0"/>
                <a:cs typeface="Arial" panose="020B0604020202020204" pitchFamily="34" charset="0"/>
              </a:defRPr>
            </a:lvl4pPr>
            <a:lvl5pPr marL="1827704" indent="0">
              <a:buNone/>
              <a:defRPr>
                <a:solidFill>
                  <a:srgbClr val="727272"/>
                </a:solidFill>
                <a:latin typeface="Arial" panose="020B0604020202020204" pitchFamily="34" charset="0"/>
                <a:cs typeface="Arial" panose="020B0604020202020204" pitchFamily="34" charset="0"/>
              </a:defRPr>
            </a:lvl5pPr>
          </a:lstStyle>
          <a:p>
            <a:pPr lvl="0"/>
            <a:r>
              <a:rPr lang="en-GB"/>
              <a:t>18/01/2021</a:t>
            </a:r>
          </a:p>
        </p:txBody>
      </p:sp>
      <p:pic>
        <p:nvPicPr>
          <p:cNvPr id="12" name="Picture 11" descr="A picture containing drawing, light&#10;&#10;Description automatically generated">
            <a:extLst>
              <a:ext uri="{FF2B5EF4-FFF2-40B4-BE49-F238E27FC236}">
                <a16:creationId xmlns:a16="http://schemas.microsoft.com/office/drawing/2014/main" id="{43F1194E-55E2-CC4C-BDD9-3E5E605AF1D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59983" y="2830053"/>
            <a:ext cx="2412937" cy="556832"/>
          </a:xfrm>
          <a:prstGeom prst="rect">
            <a:avLst/>
          </a:prstGeom>
        </p:spPr>
      </p:pic>
      <p:sp>
        <p:nvSpPr>
          <p:cNvPr id="14" name="Text Placeholder 4">
            <a:extLst>
              <a:ext uri="{FF2B5EF4-FFF2-40B4-BE49-F238E27FC236}">
                <a16:creationId xmlns:a16="http://schemas.microsoft.com/office/drawing/2014/main" id="{C24783C4-F860-5C4F-AB41-C126BEAE1486}"/>
              </a:ext>
            </a:extLst>
          </p:cNvPr>
          <p:cNvSpPr>
            <a:spLocks noGrp="1"/>
          </p:cNvSpPr>
          <p:nvPr>
            <p:ph type="body" sz="quarter" idx="16" hasCustomPrompt="1"/>
          </p:nvPr>
        </p:nvSpPr>
        <p:spPr>
          <a:xfrm rot="16200000">
            <a:off x="-731383" y="898361"/>
            <a:ext cx="2241785" cy="221261"/>
          </a:xfrm>
          <a:prstGeom prst="rect">
            <a:avLst/>
          </a:prstGeom>
        </p:spPr>
        <p:txBody>
          <a:bodyPr lIns="0" tIns="0" rIns="0" bIns="0">
            <a:normAutofit/>
          </a:bodyPr>
          <a:lstStyle>
            <a:lvl1pPr marL="0" indent="0" algn="ctr">
              <a:buNone/>
              <a:defRPr sz="900" spc="300">
                <a:solidFill>
                  <a:srgbClr val="A6A6A6"/>
                </a:solidFill>
                <a:latin typeface="Arial" panose="020B0604020202020204" pitchFamily="34" charset="0"/>
                <a:cs typeface="Arial" panose="020B0604020202020204" pitchFamily="34" charset="0"/>
              </a:defRPr>
            </a:lvl1pPr>
          </a:lstStyle>
          <a:p>
            <a:pPr lvl="0"/>
            <a:r>
              <a:rPr lang="en-GB"/>
              <a:t>OPTIONAL TAG</a:t>
            </a:r>
          </a:p>
        </p:txBody>
      </p:sp>
    </p:spTree>
    <p:extLst>
      <p:ext uri="{BB962C8B-B14F-4D97-AF65-F5344CB8AC3E}">
        <p14:creationId xmlns:p14="http://schemas.microsoft.com/office/powerpoint/2010/main" val="1288318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9">
          <p15:clr>
            <a:srgbClr val="FBAE40"/>
          </p15:clr>
        </p15:guide>
        <p15:guide id="2" orient="horz" pos="2160">
          <p15:clr>
            <a:srgbClr val="FBAE40"/>
          </p15:clr>
        </p15:guide>
        <p15:guide id="3" orient="horz" pos="300">
          <p15:clr>
            <a:srgbClr val="FBAE40"/>
          </p15:clr>
        </p15:guide>
        <p15:guide id="4" pos="7377">
          <p15:clr>
            <a:srgbClr val="FBAE40"/>
          </p15:clr>
        </p15:guide>
        <p15:guide id="5" pos="301">
          <p15:clr>
            <a:srgbClr val="FBAE40"/>
          </p15:clr>
        </p15:guide>
        <p15:guide id="6" orient="horz" pos="40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cxnSp>
        <p:nvCxnSpPr>
          <p:cNvPr id="33" name="Straight Connector 32">
            <a:extLst>
              <a:ext uri="{FF2B5EF4-FFF2-40B4-BE49-F238E27FC236}">
                <a16:creationId xmlns:a16="http://schemas.microsoft.com/office/drawing/2014/main" id="{EA2F78E1-85DC-B04A-9D68-A29AF6809325}"/>
              </a:ext>
            </a:extLst>
          </p:cNvPr>
          <p:cNvCxnSpPr/>
          <p:nvPr userDrawn="1"/>
        </p:nvCxnSpPr>
        <p:spPr>
          <a:xfrm>
            <a:off x="469958" y="3429000"/>
            <a:ext cx="5624456" cy="0"/>
          </a:xfrm>
          <a:prstGeom prst="line">
            <a:avLst/>
          </a:prstGeom>
          <a:noFill/>
          <a:ln w="25400" cap="flat" cmpd="sng" algn="ctr">
            <a:solidFill>
              <a:srgbClr val="30E3D0"/>
            </a:solidFill>
            <a:prstDash val="solid"/>
            <a:miter lim="800000"/>
          </a:ln>
          <a:effectLst/>
        </p:spPr>
      </p:cxnSp>
      <p:sp>
        <p:nvSpPr>
          <p:cNvPr id="35" name="TextBox 34">
            <a:extLst>
              <a:ext uri="{FF2B5EF4-FFF2-40B4-BE49-F238E27FC236}">
                <a16:creationId xmlns:a16="http://schemas.microsoft.com/office/drawing/2014/main" id="{1428C98A-765A-CE4B-BDE9-F6E574512C2C}"/>
              </a:ext>
            </a:extLst>
          </p:cNvPr>
          <p:cNvSpPr txBox="1"/>
          <p:nvPr userDrawn="1"/>
        </p:nvSpPr>
        <p:spPr>
          <a:xfrm>
            <a:off x="-2105349" y="3437859"/>
            <a:ext cx="2093726" cy="307697"/>
          </a:xfrm>
          <a:prstGeom prst="rect">
            <a:avLst/>
          </a:prstGeom>
          <a:noFill/>
        </p:spPr>
        <p:txBody>
          <a:bodyPr wrap="square" rtlCol="0">
            <a:spAutoFit/>
          </a:bodyPr>
          <a:lstStyle>
            <a:defPPr>
              <a:defRPr lang="en-US"/>
            </a:defPPr>
            <a:lvl1pPr>
              <a:defRPr sz="700" b="1"/>
            </a:lvl1pPr>
          </a:lstStyle>
          <a:p>
            <a:pPr algn="r" defTabSz="456926"/>
            <a:r>
              <a:rPr lang="en-US" sz="700">
                <a:solidFill>
                  <a:schemeClr val="bg1"/>
                </a:solidFill>
                <a:latin typeface="Arial" panose="020B0604020202020204"/>
              </a:rPr>
              <a:t>FOR TITLE SLIDES </a:t>
            </a:r>
          </a:p>
          <a:p>
            <a:pPr algn="r" defTabSz="456926"/>
            <a:r>
              <a:rPr lang="en-US" sz="700">
                <a:solidFill>
                  <a:schemeClr val="bg1"/>
                </a:solidFill>
                <a:latin typeface="Arial" panose="020B0604020202020204"/>
              </a:rPr>
              <a:t>KEEP THE TITLE HERE</a:t>
            </a:r>
          </a:p>
        </p:txBody>
      </p:sp>
      <p:sp>
        <p:nvSpPr>
          <p:cNvPr id="40" name="TextBox 39">
            <a:extLst>
              <a:ext uri="{FF2B5EF4-FFF2-40B4-BE49-F238E27FC236}">
                <a16:creationId xmlns:a16="http://schemas.microsoft.com/office/drawing/2014/main" id="{92C573C6-376D-054D-A020-D007128239D1}"/>
              </a:ext>
            </a:extLst>
          </p:cNvPr>
          <p:cNvSpPr txBox="1"/>
          <p:nvPr userDrawn="1"/>
        </p:nvSpPr>
        <p:spPr>
          <a:xfrm>
            <a:off x="455494" y="2986211"/>
            <a:ext cx="5637332" cy="445327"/>
          </a:xfrm>
          <a:prstGeom prst="rect">
            <a:avLst/>
          </a:prstGeom>
          <a:noFill/>
        </p:spPr>
        <p:txBody>
          <a:bodyPr wrap="square" rtlCol="0">
            <a:spAutoFit/>
          </a:bodyPr>
          <a:lstStyle/>
          <a:p>
            <a:pPr defTabSz="456926">
              <a:lnSpc>
                <a:spcPts val="2662"/>
              </a:lnSpc>
            </a:pPr>
            <a:r>
              <a:rPr lang="en-US" sz="3198" b="1" spc="-200">
                <a:solidFill>
                  <a:schemeClr val="bg1"/>
                </a:solidFill>
                <a:latin typeface="Arial" panose="020B0604020202020204" pitchFamily="34" charset="0"/>
                <a:ea typeface="Verdana" panose="020B0604030504040204" pitchFamily="34" charset="0"/>
              </a:rPr>
              <a:t>Agenda</a:t>
            </a:r>
          </a:p>
        </p:txBody>
      </p:sp>
      <p:cxnSp>
        <p:nvCxnSpPr>
          <p:cNvPr id="41" name="Straight Connector 40">
            <a:extLst>
              <a:ext uri="{FF2B5EF4-FFF2-40B4-BE49-F238E27FC236}">
                <a16:creationId xmlns:a16="http://schemas.microsoft.com/office/drawing/2014/main" id="{FECF7BD6-065A-5E41-B715-A1B9A447F253}"/>
              </a:ext>
            </a:extLst>
          </p:cNvPr>
          <p:cNvCxnSpPr/>
          <p:nvPr userDrawn="1"/>
        </p:nvCxnSpPr>
        <p:spPr>
          <a:xfrm>
            <a:off x="6094412" y="1197615"/>
            <a:ext cx="0" cy="4404598"/>
          </a:xfrm>
          <a:prstGeom prst="line">
            <a:avLst/>
          </a:prstGeom>
          <a:noFill/>
          <a:ln w="28575" cap="flat" cmpd="sng" algn="ctr">
            <a:solidFill>
              <a:srgbClr val="58E4D0"/>
            </a:solidFill>
            <a:prstDash val="solid"/>
            <a:miter lim="800000"/>
          </a:ln>
          <a:effectLst/>
        </p:spPr>
      </p:cxnSp>
      <p:sp>
        <p:nvSpPr>
          <p:cNvPr id="3" name="Text Placeholder 2">
            <a:extLst>
              <a:ext uri="{FF2B5EF4-FFF2-40B4-BE49-F238E27FC236}">
                <a16:creationId xmlns:a16="http://schemas.microsoft.com/office/drawing/2014/main" id="{71F217E8-8DD0-764F-8071-C5963206CEC3}"/>
              </a:ext>
            </a:extLst>
          </p:cNvPr>
          <p:cNvSpPr>
            <a:spLocks noGrp="1"/>
          </p:cNvSpPr>
          <p:nvPr>
            <p:ph type="body" sz="quarter" idx="10" hasCustomPrompt="1"/>
          </p:nvPr>
        </p:nvSpPr>
        <p:spPr>
          <a:xfrm>
            <a:off x="6245188" y="1727309"/>
            <a:ext cx="4693042" cy="723900"/>
          </a:xfrm>
          <a:prstGeom prst="rect">
            <a:avLst/>
          </a:prstGeom>
        </p:spPr>
        <p:txBody>
          <a:bodyPr lIns="0" tIns="0" rIns="0" bIns="0" anchor="ctr" anchorCtr="0">
            <a:noAutofit/>
          </a:bodyPr>
          <a:lstStyle>
            <a:lvl1pPr marL="0" indent="0">
              <a:lnSpc>
                <a:spcPct val="80000"/>
              </a:lnSpc>
              <a:spcBef>
                <a:spcPts val="0"/>
              </a:spcBef>
              <a:buNone/>
              <a:defRPr sz="3199"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Replace this agenda item with your own</a:t>
            </a:r>
          </a:p>
        </p:txBody>
      </p:sp>
      <p:sp>
        <p:nvSpPr>
          <p:cNvPr id="45" name="Text Placeholder 2">
            <a:extLst>
              <a:ext uri="{FF2B5EF4-FFF2-40B4-BE49-F238E27FC236}">
                <a16:creationId xmlns:a16="http://schemas.microsoft.com/office/drawing/2014/main" id="{AD6D1961-E872-3542-A3EC-80240B2B5D0B}"/>
              </a:ext>
            </a:extLst>
          </p:cNvPr>
          <p:cNvSpPr>
            <a:spLocks noGrp="1"/>
          </p:cNvSpPr>
          <p:nvPr>
            <p:ph type="body" sz="quarter" idx="11" hasCustomPrompt="1"/>
          </p:nvPr>
        </p:nvSpPr>
        <p:spPr>
          <a:xfrm>
            <a:off x="6245188" y="1338146"/>
            <a:ext cx="4693042" cy="322996"/>
          </a:xfrm>
          <a:prstGeom prst="rect">
            <a:avLst/>
          </a:prstGeom>
        </p:spPr>
        <p:txBody>
          <a:bodyPr lIns="0" tIns="0" rIns="0" bIns="0" anchor="ctr" anchorCtr="0">
            <a:noAutofit/>
          </a:bodyPr>
          <a:lstStyle>
            <a:lvl1pPr marL="0" indent="0">
              <a:lnSpc>
                <a:spcPct val="80000"/>
              </a:lnSpc>
              <a:spcBef>
                <a:spcPts val="0"/>
              </a:spcBef>
              <a:buNone/>
              <a:defRPr sz="3199" b="1" spc="-100" baseline="0">
                <a:solidFill>
                  <a:srgbClr val="30E4D0"/>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1</a:t>
            </a:r>
          </a:p>
        </p:txBody>
      </p:sp>
      <p:sp>
        <p:nvSpPr>
          <p:cNvPr id="46" name="Text Placeholder 2">
            <a:extLst>
              <a:ext uri="{FF2B5EF4-FFF2-40B4-BE49-F238E27FC236}">
                <a16:creationId xmlns:a16="http://schemas.microsoft.com/office/drawing/2014/main" id="{E9389F16-82B3-E748-9327-D13B531712AB}"/>
              </a:ext>
            </a:extLst>
          </p:cNvPr>
          <p:cNvSpPr>
            <a:spLocks noGrp="1"/>
          </p:cNvSpPr>
          <p:nvPr>
            <p:ph type="body" sz="quarter" idx="12" hasCustomPrompt="1"/>
          </p:nvPr>
        </p:nvSpPr>
        <p:spPr>
          <a:xfrm>
            <a:off x="6245188" y="3273611"/>
            <a:ext cx="4693042" cy="723900"/>
          </a:xfrm>
          <a:prstGeom prst="rect">
            <a:avLst/>
          </a:prstGeom>
        </p:spPr>
        <p:txBody>
          <a:bodyPr lIns="0" tIns="0" rIns="0" bIns="0" anchor="ctr" anchorCtr="0">
            <a:noAutofit/>
          </a:bodyPr>
          <a:lstStyle>
            <a:lvl1pPr marL="0" indent="0">
              <a:lnSpc>
                <a:spcPct val="80000"/>
              </a:lnSpc>
              <a:spcBef>
                <a:spcPts val="0"/>
              </a:spcBef>
              <a:buNone/>
              <a:defRPr sz="3199"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Replace this agenda item with your own</a:t>
            </a:r>
          </a:p>
        </p:txBody>
      </p:sp>
      <p:sp>
        <p:nvSpPr>
          <p:cNvPr id="47" name="Text Placeholder 2">
            <a:extLst>
              <a:ext uri="{FF2B5EF4-FFF2-40B4-BE49-F238E27FC236}">
                <a16:creationId xmlns:a16="http://schemas.microsoft.com/office/drawing/2014/main" id="{E9035349-781F-E642-B389-B5FEB4F59E71}"/>
              </a:ext>
            </a:extLst>
          </p:cNvPr>
          <p:cNvSpPr>
            <a:spLocks noGrp="1"/>
          </p:cNvSpPr>
          <p:nvPr>
            <p:ph type="body" sz="quarter" idx="13" hasCustomPrompt="1"/>
          </p:nvPr>
        </p:nvSpPr>
        <p:spPr>
          <a:xfrm>
            <a:off x="6245188" y="2884448"/>
            <a:ext cx="4693042" cy="322996"/>
          </a:xfrm>
          <a:prstGeom prst="rect">
            <a:avLst/>
          </a:prstGeom>
        </p:spPr>
        <p:txBody>
          <a:bodyPr lIns="0" tIns="0" rIns="0" bIns="0" anchor="ctr" anchorCtr="0">
            <a:noAutofit/>
          </a:bodyPr>
          <a:lstStyle>
            <a:lvl1pPr marL="0" indent="0">
              <a:lnSpc>
                <a:spcPct val="80000"/>
              </a:lnSpc>
              <a:spcBef>
                <a:spcPts val="0"/>
              </a:spcBef>
              <a:buNone/>
              <a:defRPr sz="3199" b="1" spc="-100" baseline="0">
                <a:solidFill>
                  <a:srgbClr val="30E4D0"/>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2</a:t>
            </a:r>
          </a:p>
        </p:txBody>
      </p:sp>
      <p:sp>
        <p:nvSpPr>
          <p:cNvPr id="48" name="Text Placeholder 2">
            <a:extLst>
              <a:ext uri="{FF2B5EF4-FFF2-40B4-BE49-F238E27FC236}">
                <a16:creationId xmlns:a16="http://schemas.microsoft.com/office/drawing/2014/main" id="{FAA5C472-29C4-B746-81D0-DAAE2A3E58F0}"/>
              </a:ext>
            </a:extLst>
          </p:cNvPr>
          <p:cNvSpPr>
            <a:spLocks noGrp="1"/>
          </p:cNvSpPr>
          <p:nvPr>
            <p:ph type="body" sz="quarter" idx="14" hasCustomPrompt="1"/>
          </p:nvPr>
        </p:nvSpPr>
        <p:spPr>
          <a:xfrm>
            <a:off x="6245188" y="4795954"/>
            <a:ext cx="4693042" cy="723900"/>
          </a:xfrm>
          <a:prstGeom prst="rect">
            <a:avLst/>
          </a:prstGeom>
        </p:spPr>
        <p:txBody>
          <a:bodyPr lIns="0" tIns="0" rIns="0" bIns="0" anchor="ctr" anchorCtr="0">
            <a:noAutofit/>
          </a:bodyPr>
          <a:lstStyle>
            <a:lvl1pPr marL="0" indent="0">
              <a:lnSpc>
                <a:spcPct val="80000"/>
              </a:lnSpc>
              <a:spcBef>
                <a:spcPts val="0"/>
              </a:spcBef>
              <a:buNone/>
              <a:defRPr sz="3199"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Replace this agenda item with your own</a:t>
            </a:r>
          </a:p>
        </p:txBody>
      </p:sp>
      <p:sp>
        <p:nvSpPr>
          <p:cNvPr id="49" name="Text Placeholder 2">
            <a:extLst>
              <a:ext uri="{FF2B5EF4-FFF2-40B4-BE49-F238E27FC236}">
                <a16:creationId xmlns:a16="http://schemas.microsoft.com/office/drawing/2014/main" id="{B0D45F23-BF98-F54E-864A-DCF3944585A2}"/>
              </a:ext>
            </a:extLst>
          </p:cNvPr>
          <p:cNvSpPr>
            <a:spLocks noGrp="1"/>
          </p:cNvSpPr>
          <p:nvPr>
            <p:ph type="body" sz="quarter" idx="15" hasCustomPrompt="1"/>
          </p:nvPr>
        </p:nvSpPr>
        <p:spPr>
          <a:xfrm>
            <a:off x="6245188" y="4406791"/>
            <a:ext cx="4693042" cy="322996"/>
          </a:xfrm>
          <a:prstGeom prst="rect">
            <a:avLst/>
          </a:prstGeom>
        </p:spPr>
        <p:txBody>
          <a:bodyPr lIns="0" tIns="0" rIns="0" bIns="0" anchor="ctr" anchorCtr="0">
            <a:noAutofit/>
          </a:bodyPr>
          <a:lstStyle>
            <a:lvl1pPr marL="0" indent="0">
              <a:lnSpc>
                <a:spcPct val="80000"/>
              </a:lnSpc>
              <a:spcBef>
                <a:spcPts val="0"/>
              </a:spcBef>
              <a:buNone/>
              <a:defRPr sz="3199" b="1" spc="-100" baseline="0">
                <a:solidFill>
                  <a:srgbClr val="30E4D0"/>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3</a:t>
            </a:r>
          </a:p>
        </p:txBody>
      </p:sp>
      <p:pic>
        <p:nvPicPr>
          <p:cNvPr id="17" name="Picture 16" descr="A picture containing drawing, light&#10;&#10;Description automatically generated">
            <a:extLst>
              <a:ext uri="{FF2B5EF4-FFF2-40B4-BE49-F238E27FC236}">
                <a16:creationId xmlns:a16="http://schemas.microsoft.com/office/drawing/2014/main" id="{4DEA2442-940E-6E43-A195-F99DE51B331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1999" y="6392508"/>
            <a:ext cx="1089974" cy="247681"/>
          </a:xfrm>
          <a:prstGeom prst="rect">
            <a:avLst/>
          </a:prstGeom>
        </p:spPr>
      </p:pic>
      <p:sp>
        <p:nvSpPr>
          <p:cNvPr id="18" name="TextBox 17">
            <a:extLst>
              <a:ext uri="{FF2B5EF4-FFF2-40B4-BE49-F238E27FC236}">
                <a16:creationId xmlns:a16="http://schemas.microsoft.com/office/drawing/2014/main" id="{F5951DA1-5D03-AD4C-B6AD-C624270C960C}"/>
              </a:ext>
            </a:extLst>
          </p:cNvPr>
          <p:cNvSpPr txBox="1"/>
          <p:nvPr userDrawn="1"/>
        </p:nvSpPr>
        <p:spPr>
          <a:xfrm rot="16200000">
            <a:off x="10177407" y="5106640"/>
            <a:ext cx="2896193" cy="169233"/>
          </a:xfrm>
          <a:prstGeom prst="rect">
            <a:avLst/>
          </a:prstGeom>
          <a:noFill/>
        </p:spPr>
        <p:txBody>
          <a:bodyPr wrap="none" lIns="91416" tIns="45708" rIns="91416" bIns="45708" rtlCol="0" anchor="t">
            <a:spAutoFit/>
          </a:bodyPr>
          <a:lstStyle/>
          <a:p>
            <a:pPr defTabSz="456926">
              <a:defRPr/>
            </a:pPr>
            <a:r>
              <a:rPr lang="en-US" sz="500" spc="300">
                <a:solidFill>
                  <a:srgbClr val="A6A6A6"/>
                </a:solidFill>
                <a:latin typeface="Arial" panose="020B0604020202020204"/>
              </a:rPr>
              <a:t>2022 WIND RIVER, ALL RIGHTS RESERVED</a:t>
            </a:r>
          </a:p>
        </p:txBody>
      </p:sp>
      <p:sp>
        <p:nvSpPr>
          <p:cNvPr id="15" name="Text Placeholder 4">
            <a:extLst>
              <a:ext uri="{FF2B5EF4-FFF2-40B4-BE49-F238E27FC236}">
                <a16:creationId xmlns:a16="http://schemas.microsoft.com/office/drawing/2014/main" id="{000407D7-5DFE-4C7D-BEC6-B0C6AA80656E}"/>
              </a:ext>
            </a:extLst>
          </p:cNvPr>
          <p:cNvSpPr>
            <a:spLocks noGrp="1"/>
          </p:cNvSpPr>
          <p:nvPr>
            <p:ph type="body" sz="quarter" idx="16" hasCustomPrompt="1"/>
          </p:nvPr>
        </p:nvSpPr>
        <p:spPr>
          <a:xfrm rot="16200000">
            <a:off x="-731383" y="898361"/>
            <a:ext cx="2241785" cy="221261"/>
          </a:xfrm>
          <a:prstGeom prst="rect">
            <a:avLst/>
          </a:prstGeom>
        </p:spPr>
        <p:txBody>
          <a:bodyPr lIns="0" tIns="0" rIns="0" bIns="0">
            <a:normAutofit/>
          </a:bodyPr>
          <a:lstStyle>
            <a:lvl1pPr marL="0" indent="0" algn="ctr">
              <a:buNone/>
              <a:defRPr sz="900" spc="300">
                <a:solidFill>
                  <a:srgbClr val="A6A6A6"/>
                </a:solidFill>
                <a:latin typeface="Arial" panose="020B0604020202020204" pitchFamily="34" charset="0"/>
                <a:cs typeface="Arial" panose="020B0604020202020204" pitchFamily="34" charset="0"/>
              </a:defRPr>
            </a:lvl1pPr>
          </a:lstStyle>
          <a:p>
            <a:pPr lvl="0"/>
            <a:r>
              <a:rPr lang="en-GB"/>
              <a:t>OPTIONAL TAG</a:t>
            </a:r>
          </a:p>
        </p:txBody>
      </p:sp>
    </p:spTree>
    <p:extLst>
      <p:ext uri="{BB962C8B-B14F-4D97-AF65-F5344CB8AC3E}">
        <p14:creationId xmlns:p14="http://schemas.microsoft.com/office/powerpoint/2010/main" val="13355855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9">
          <p15:clr>
            <a:srgbClr val="FBAE40"/>
          </p15:clr>
        </p15:guide>
        <p15:guide id="2" orient="horz" pos="2160">
          <p15:clr>
            <a:srgbClr val="FBAE40"/>
          </p15:clr>
        </p15:guide>
        <p15:guide id="3" orient="horz" pos="300">
          <p15:clr>
            <a:srgbClr val="FBAE40"/>
          </p15:clr>
        </p15:guide>
        <p15:guide id="4" pos="7377">
          <p15:clr>
            <a:srgbClr val="FBAE40"/>
          </p15:clr>
        </p15:guide>
        <p15:guide id="5" pos="301">
          <p15:clr>
            <a:srgbClr val="FBAE40"/>
          </p15:clr>
        </p15:guide>
        <p15:guide id="6" orient="horz" pos="40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8" name="Text Placeholder 2">
            <a:extLst>
              <a:ext uri="{FF2B5EF4-FFF2-40B4-BE49-F238E27FC236}">
                <a16:creationId xmlns:a16="http://schemas.microsoft.com/office/drawing/2014/main" id="{FAA5C472-29C4-B746-81D0-DAAE2A3E58F0}"/>
              </a:ext>
            </a:extLst>
          </p:cNvPr>
          <p:cNvSpPr>
            <a:spLocks noGrp="1"/>
          </p:cNvSpPr>
          <p:nvPr>
            <p:ph type="body" sz="quarter" idx="14" hasCustomPrompt="1"/>
          </p:nvPr>
        </p:nvSpPr>
        <p:spPr>
          <a:xfrm>
            <a:off x="482578" y="434050"/>
            <a:ext cx="11227542" cy="723900"/>
          </a:xfrm>
          <a:prstGeom prst="rect">
            <a:avLst/>
          </a:prstGeom>
        </p:spPr>
        <p:txBody>
          <a:bodyPr lIns="0" tIns="108000" rIns="0" bIns="0" anchor="ctr" anchorCtr="0">
            <a:noAutofit/>
          </a:bodyPr>
          <a:lstStyle>
            <a:lvl1pPr marL="0" marR="0" indent="0" algn="l" defTabSz="913852" rtl="0" eaLnBrk="1" fontAlgn="auto" latinLnBrk="0" hangingPunct="1">
              <a:lnSpc>
                <a:spcPct val="80000"/>
              </a:lnSpc>
              <a:spcBef>
                <a:spcPts val="0"/>
              </a:spcBef>
              <a:spcAft>
                <a:spcPts val="0"/>
              </a:spcAft>
              <a:buClrTx/>
              <a:buSzTx/>
              <a:buFont typeface="Arial" panose="020B0604020202020204" pitchFamily="34" charset="0"/>
              <a:buNone/>
              <a:tabLst/>
              <a:defRPr sz="3199"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marL="0" marR="0" lvl="0" indent="0" algn="l" defTabSz="913852" rtl="0" eaLnBrk="1" fontAlgn="auto" latinLnBrk="0" hangingPunct="1">
              <a:lnSpc>
                <a:spcPct val="80000"/>
              </a:lnSpc>
              <a:spcBef>
                <a:spcPts val="0"/>
              </a:spcBef>
              <a:spcAft>
                <a:spcPts val="0"/>
              </a:spcAft>
              <a:buClrTx/>
              <a:buSzTx/>
              <a:buFont typeface="Arial" panose="020B0604020202020204" pitchFamily="34" charset="0"/>
              <a:buNone/>
              <a:tabLst/>
              <a:defRPr/>
            </a:pPr>
            <a:r>
              <a:rPr lang="en-GB"/>
              <a:t>REPLACE THIS TITLE WITH YOUR OWN REPLACE THIS TITLE WITH YOUR OWN </a:t>
            </a:r>
          </a:p>
        </p:txBody>
      </p:sp>
      <p:cxnSp>
        <p:nvCxnSpPr>
          <p:cNvPr id="11" name="Straight Connector 10">
            <a:extLst>
              <a:ext uri="{FF2B5EF4-FFF2-40B4-BE49-F238E27FC236}">
                <a16:creationId xmlns:a16="http://schemas.microsoft.com/office/drawing/2014/main" id="{27339C85-45A3-4D49-A0BB-EA84D229E8B5}"/>
              </a:ext>
            </a:extLst>
          </p:cNvPr>
          <p:cNvCxnSpPr>
            <a:cxnSpLocks/>
          </p:cNvCxnSpPr>
          <p:nvPr userDrawn="1"/>
        </p:nvCxnSpPr>
        <p:spPr>
          <a:xfrm>
            <a:off x="429559" y="1267678"/>
            <a:ext cx="4546478" cy="0"/>
          </a:xfrm>
          <a:prstGeom prst="line">
            <a:avLst/>
          </a:prstGeom>
          <a:noFill/>
          <a:ln w="25400" cap="flat" cmpd="sng" algn="ctr">
            <a:solidFill>
              <a:srgbClr val="30E3D0"/>
            </a:solidFill>
            <a:prstDash val="solid"/>
            <a:miter lim="800000"/>
          </a:ln>
          <a:effectLst/>
        </p:spPr>
      </p:cxnSp>
      <p:pic>
        <p:nvPicPr>
          <p:cNvPr id="9" name="Picture 8" descr="A picture containing drawing, light&#10;&#10;Description automatically generated">
            <a:extLst>
              <a:ext uri="{FF2B5EF4-FFF2-40B4-BE49-F238E27FC236}">
                <a16:creationId xmlns:a16="http://schemas.microsoft.com/office/drawing/2014/main" id="{BDC83F98-5025-E146-A93F-2BB74569A35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1999" y="6392508"/>
            <a:ext cx="1089974" cy="247681"/>
          </a:xfrm>
          <a:prstGeom prst="rect">
            <a:avLst/>
          </a:prstGeom>
        </p:spPr>
      </p:pic>
      <p:sp>
        <p:nvSpPr>
          <p:cNvPr id="10" name="TextBox 9">
            <a:extLst>
              <a:ext uri="{FF2B5EF4-FFF2-40B4-BE49-F238E27FC236}">
                <a16:creationId xmlns:a16="http://schemas.microsoft.com/office/drawing/2014/main" id="{A1964CE8-C927-0B43-9489-44B7AFC2492A}"/>
              </a:ext>
            </a:extLst>
          </p:cNvPr>
          <p:cNvSpPr txBox="1"/>
          <p:nvPr userDrawn="1"/>
        </p:nvSpPr>
        <p:spPr>
          <a:xfrm rot="16200000">
            <a:off x="10177407" y="5106640"/>
            <a:ext cx="2896193" cy="169233"/>
          </a:xfrm>
          <a:prstGeom prst="rect">
            <a:avLst/>
          </a:prstGeom>
          <a:noFill/>
        </p:spPr>
        <p:txBody>
          <a:bodyPr wrap="none" lIns="91416" tIns="45708" rIns="91416" bIns="45708" rtlCol="0" anchor="t">
            <a:spAutoFit/>
          </a:bodyPr>
          <a:lstStyle/>
          <a:p>
            <a:pPr defTabSz="456926">
              <a:defRPr/>
            </a:pPr>
            <a:r>
              <a:rPr lang="en-US" sz="500" spc="300">
                <a:solidFill>
                  <a:srgbClr val="A6A6A6"/>
                </a:solidFill>
                <a:latin typeface="Arial" panose="020B0604020202020204"/>
              </a:rPr>
              <a:t>2022 WIND RIVER, ALL RIGHTS RESERVED</a:t>
            </a:r>
          </a:p>
        </p:txBody>
      </p:sp>
    </p:spTree>
    <p:extLst>
      <p:ext uri="{BB962C8B-B14F-4D97-AF65-F5344CB8AC3E}">
        <p14:creationId xmlns:p14="http://schemas.microsoft.com/office/powerpoint/2010/main" val="2320777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9">
          <p15:clr>
            <a:srgbClr val="FBAE40"/>
          </p15:clr>
        </p15:guide>
        <p15:guide id="2" orient="horz" pos="2160">
          <p15:clr>
            <a:srgbClr val="FBAE40"/>
          </p15:clr>
        </p15:guide>
        <p15:guide id="3" orient="horz" pos="300">
          <p15:clr>
            <a:srgbClr val="FBAE40"/>
          </p15:clr>
        </p15:guide>
        <p15:guide id="4" pos="7377">
          <p15:clr>
            <a:srgbClr val="FBAE40"/>
          </p15:clr>
        </p15:guide>
        <p15:guide id="5" pos="301">
          <p15:clr>
            <a:srgbClr val="FBAE40"/>
          </p15:clr>
        </p15:guide>
        <p15:guide id="6" orient="horz" pos="40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 and Title">
    <p:spTree>
      <p:nvGrpSpPr>
        <p:cNvPr id="1" name=""/>
        <p:cNvGrpSpPr/>
        <p:nvPr/>
      </p:nvGrpSpPr>
      <p:grpSpPr>
        <a:xfrm>
          <a:off x="0" y="0"/>
          <a:ext cx="0" cy="0"/>
          <a:chOff x="0" y="0"/>
          <a:chExt cx="0" cy="0"/>
        </a:xfrm>
      </p:grpSpPr>
      <p:sp>
        <p:nvSpPr>
          <p:cNvPr id="16" name="Picture Placeholder 2">
            <a:extLst>
              <a:ext uri="{FF2B5EF4-FFF2-40B4-BE49-F238E27FC236}">
                <a16:creationId xmlns:a16="http://schemas.microsoft.com/office/drawing/2014/main" id="{F5A49F5F-D5EB-4108-A4E2-5D3187A07039}"/>
              </a:ext>
            </a:extLst>
          </p:cNvPr>
          <p:cNvSpPr>
            <a:spLocks noGrp="1"/>
          </p:cNvSpPr>
          <p:nvPr>
            <p:ph type="pic" sz="quarter" idx="19"/>
          </p:nvPr>
        </p:nvSpPr>
        <p:spPr>
          <a:xfrm>
            <a:off x="6092826" y="0"/>
            <a:ext cx="6095999" cy="6858000"/>
          </a:xfrm>
          <a:prstGeom prst="rect">
            <a:avLst/>
          </a:prstGeom>
        </p:spPr>
        <p:txBody>
          <a:bodyPr anchor="ctr"/>
          <a:lstStyle>
            <a:lvl1pPr algn="ctr">
              <a:buNone/>
              <a:defRPr sz="1799">
                <a:solidFill>
                  <a:schemeClr val="accent1">
                    <a:lumMod val="50000"/>
                    <a:lumOff val="50000"/>
                  </a:schemeClr>
                </a:solidFill>
              </a:defRPr>
            </a:lvl1pPr>
          </a:lstStyle>
          <a:p>
            <a:r>
              <a:rPr lang="en-GB"/>
              <a:t>Click icon to add picture</a:t>
            </a:r>
          </a:p>
        </p:txBody>
      </p:sp>
      <p:cxnSp>
        <p:nvCxnSpPr>
          <p:cNvPr id="11" name="Straight Connector 10">
            <a:extLst>
              <a:ext uri="{FF2B5EF4-FFF2-40B4-BE49-F238E27FC236}">
                <a16:creationId xmlns:a16="http://schemas.microsoft.com/office/drawing/2014/main" id="{74D4E532-2A5A-DD4B-A18E-688BB5408C0D}"/>
              </a:ext>
            </a:extLst>
          </p:cNvPr>
          <p:cNvCxnSpPr/>
          <p:nvPr userDrawn="1"/>
        </p:nvCxnSpPr>
        <p:spPr>
          <a:xfrm>
            <a:off x="469958" y="3432325"/>
            <a:ext cx="5624456" cy="0"/>
          </a:xfrm>
          <a:prstGeom prst="line">
            <a:avLst/>
          </a:prstGeom>
          <a:ln w="25400">
            <a:solidFill>
              <a:srgbClr val="30E4D0"/>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0DC6BEA9-1A6E-974E-9293-613753B58F8B}"/>
              </a:ext>
            </a:extLst>
          </p:cNvPr>
          <p:cNvSpPr txBox="1"/>
          <p:nvPr userDrawn="1"/>
        </p:nvSpPr>
        <p:spPr>
          <a:xfrm rot="16200000">
            <a:off x="10177407" y="5106640"/>
            <a:ext cx="2896193" cy="169233"/>
          </a:xfrm>
          <a:prstGeom prst="rect">
            <a:avLst/>
          </a:prstGeom>
          <a:noFill/>
        </p:spPr>
        <p:txBody>
          <a:bodyPr wrap="none" lIns="91416" tIns="45708" rIns="91416" bIns="45708" rtlCol="0" anchor="t">
            <a:spAutoFit/>
          </a:bodyPr>
          <a:lstStyle/>
          <a:p>
            <a:pPr defTabSz="456926">
              <a:defRPr/>
            </a:pPr>
            <a:r>
              <a:rPr lang="en-US" sz="500" spc="300">
                <a:solidFill>
                  <a:schemeClr val="bg1"/>
                </a:solidFill>
                <a:latin typeface="Arial" panose="020B0604020202020204"/>
              </a:rPr>
              <a:t>2025 WIND RIVER, ALL RIGHTS RESERVED</a:t>
            </a:r>
          </a:p>
        </p:txBody>
      </p:sp>
      <p:sp>
        <p:nvSpPr>
          <p:cNvPr id="48" name="Text Placeholder 2">
            <a:extLst>
              <a:ext uri="{FF2B5EF4-FFF2-40B4-BE49-F238E27FC236}">
                <a16:creationId xmlns:a16="http://schemas.microsoft.com/office/drawing/2014/main" id="{FAA5C472-29C4-B746-81D0-DAAE2A3E58F0}"/>
              </a:ext>
            </a:extLst>
          </p:cNvPr>
          <p:cNvSpPr>
            <a:spLocks noGrp="1"/>
          </p:cNvSpPr>
          <p:nvPr>
            <p:ph type="body" sz="quarter" idx="14" hasCustomPrompt="1"/>
          </p:nvPr>
        </p:nvSpPr>
        <p:spPr>
          <a:xfrm>
            <a:off x="569503" y="2219098"/>
            <a:ext cx="4885900" cy="1106219"/>
          </a:xfrm>
          <a:prstGeom prst="rect">
            <a:avLst/>
          </a:prstGeom>
        </p:spPr>
        <p:txBody>
          <a:bodyPr lIns="0" tIns="0" rIns="0" bIns="0" anchor="b" anchorCtr="0">
            <a:noAutofit/>
          </a:bodyPr>
          <a:lstStyle>
            <a:lvl1pPr marL="0" indent="0">
              <a:lnSpc>
                <a:spcPct val="80000"/>
              </a:lnSpc>
              <a:spcBef>
                <a:spcPts val="0"/>
              </a:spcBef>
              <a:buNone/>
              <a:defRPr sz="3199"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REPLACE THIS TITLE WITH YOUR OWN</a:t>
            </a:r>
          </a:p>
          <a:p>
            <a:pPr lvl="0"/>
            <a:r>
              <a:rPr lang="en-GB"/>
              <a:t>(THREE LINES MAX)</a:t>
            </a:r>
          </a:p>
        </p:txBody>
      </p:sp>
      <p:sp>
        <p:nvSpPr>
          <p:cNvPr id="13" name="Text Placeholder 2">
            <a:extLst>
              <a:ext uri="{FF2B5EF4-FFF2-40B4-BE49-F238E27FC236}">
                <a16:creationId xmlns:a16="http://schemas.microsoft.com/office/drawing/2014/main" id="{482D3AB6-7736-954D-AE1B-96DF1FFD0CE0}"/>
              </a:ext>
            </a:extLst>
          </p:cNvPr>
          <p:cNvSpPr>
            <a:spLocks noGrp="1"/>
          </p:cNvSpPr>
          <p:nvPr>
            <p:ph type="body" sz="quarter" idx="16" hasCustomPrompt="1"/>
          </p:nvPr>
        </p:nvSpPr>
        <p:spPr>
          <a:xfrm>
            <a:off x="569503" y="3735659"/>
            <a:ext cx="4885900" cy="369174"/>
          </a:xfrm>
          <a:prstGeom prst="rect">
            <a:avLst/>
          </a:prstGeom>
        </p:spPr>
        <p:txBody>
          <a:bodyPr lIns="0" tIns="0" rIns="0" bIns="0" anchor="ctr" anchorCtr="0">
            <a:noAutofit/>
          </a:bodyPr>
          <a:lstStyle>
            <a:lvl1pPr marL="0" indent="0">
              <a:lnSpc>
                <a:spcPct val="80000"/>
              </a:lnSpc>
              <a:spcBef>
                <a:spcPts val="0"/>
              </a:spcBef>
              <a:buNone/>
              <a:defRPr sz="3199" b="1" spc="-100" baseline="0">
                <a:solidFill>
                  <a:srgbClr val="30E4D0"/>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#START WITH A NUMBER</a:t>
            </a:r>
          </a:p>
        </p:txBody>
      </p:sp>
      <p:sp>
        <p:nvSpPr>
          <p:cNvPr id="14" name="Text Placeholder 2">
            <a:extLst>
              <a:ext uri="{FF2B5EF4-FFF2-40B4-BE49-F238E27FC236}">
                <a16:creationId xmlns:a16="http://schemas.microsoft.com/office/drawing/2014/main" id="{F5236E0A-EBE8-1C41-9B66-3B31F2CA2697}"/>
              </a:ext>
            </a:extLst>
          </p:cNvPr>
          <p:cNvSpPr>
            <a:spLocks noGrp="1"/>
          </p:cNvSpPr>
          <p:nvPr>
            <p:ph type="body" sz="quarter" idx="17" hasCustomPrompt="1"/>
          </p:nvPr>
        </p:nvSpPr>
        <p:spPr>
          <a:xfrm>
            <a:off x="551034" y="4216094"/>
            <a:ext cx="4885900" cy="606831"/>
          </a:xfrm>
          <a:prstGeom prst="rect">
            <a:avLst/>
          </a:prstGeom>
        </p:spPr>
        <p:txBody>
          <a:bodyPr lIns="0" tIns="0" rIns="0" bIns="0" anchor="t" anchorCtr="0">
            <a:noAutofit/>
          </a:bodyPr>
          <a:lstStyle>
            <a:lvl1pPr marL="0" indent="0">
              <a:lnSpc>
                <a:spcPct val="80000"/>
              </a:lnSpc>
              <a:spcBef>
                <a:spcPts val="0"/>
              </a:spcBef>
              <a:buNone/>
              <a:defRPr sz="1600"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DESCRIBE OR EXPLAIN THE NUMBER HERE. LIMIT</a:t>
            </a:r>
          </a:p>
          <a:p>
            <a:pPr lvl="0"/>
            <a:r>
              <a:rPr lang="en-GB"/>
              <a:t>YOUR DESCRIPTION TO THREE LINES. </a:t>
            </a:r>
          </a:p>
        </p:txBody>
      </p:sp>
      <p:pic>
        <p:nvPicPr>
          <p:cNvPr id="15" name="Picture 14" descr="A picture containing drawing, light&#10;&#10;Description automatically generated">
            <a:extLst>
              <a:ext uri="{FF2B5EF4-FFF2-40B4-BE49-F238E27FC236}">
                <a16:creationId xmlns:a16="http://schemas.microsoft.com/office/drawing/2014/main" id="{03425DD8-7BB9-6A4E-A1D1-23133F4B8A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1999" y="6392508"/>
            <a:ext cx="1089974" cy="247681"/>
          </a:xfrm>
          <a:prstGeom prst="rect">
            <a:avLst/>
          </a:prstGeom>
        </p:spPr>
      </p:pic>
      <p:sp>
        <p:nvSpPr>
          <p:cNvPr id="10" name="Text Placeholder 4">
            <a:extLst>
              <a:ext uri="{FF2B5EF4-FFF2-40B4-BE49-F238E27FC236}">
                <a16:creationId xmlns:a16="http://schemas.microsoft.com/office/drawing/2014/main" id="{5943F323-AAD2-43C1-AEE7-15F971923E95}"/>
              </a:ext>
            </a:extLst>
          </p:cNvPr>
          <p:cNvSpPr>
            <a:spLocks noGrp="1"/>
          </p:cNvSpPr>
          <p:nvPr>
            <p:ph type="body" sz="quarter" idx="18" hasCustomPrompt="1"/>
          </p:nvPr>
        </p:nvSpPr>
        <p:spPr>
          <a:xfrm rot="16200000">
            <a:off x="-731383" y="898361"/>
            <a:ext cx="2241785" cy="221261"/>
          </a:xfrm>
          <a:prstGeom prst="rect">
            <a:avLst/>
          </a:prstGeom>
        </p:spPr>
        <p:txBody>
          <a:bodyPr lIns="0" tIns="0" rIns="0" bIns="0">
            <a:normAutofit/>
          </a:bodyPr>
          <a:lstStyle>
            <a:lvl1pPr marL="0" indent="0" algn="ctr">
              <a:buNone/>
              <a:defRPr sz="900" spc="300">
                <a:solidFill>
                  <a:srgbClr val="A6A6A6"/>
                </a:solidFill>
                <a:latin typeface="Arial" panose="020B0604020202020204" pitchFamily="34" charset="0"/>
                <a:cs typeface="Arial" panose="020B0604020202020204" pitchFamily="34" charset="0"/>
              </a:defRPr>
            </a:lvl1pPr>
          </a:lstStyle>
          <a:p>
            <a:pPr lvl="0"/>
            <a:r>
              <a:rPr lang="en-GB"/>
              <a:t>OPTIONAL TAG</a:t>
            </a:r>
          </a:p>
        </p:txBody>
      </p:sp>
    </p:spTree>
    <p:extLst>
      <p:ext uri="{BB962C8B-B14F-4D97-AF65-F5344CB8AC3E}">
        <p14:creationId xmlns:p14="http://schemas.microsoft.com/office/powerpoint/2010/main" val="19283424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9">
          <p15:clr>
            <a:srgbClr val="FBAE40"/>
          </p15:clr>
        </p15:guide>
        <p15:guide id="2" orient="horz" pos="2160">
          <p15:clr>
            <a:srgbClr val="FBAE40"/>
          </p15:clr>
        </p15:guide>
        <p15:guide id="3" orient="horz" pos="300">
          <p15:clr>
            <a:srgbClr val="FBAE40"/>
          </p15:clr>
        </p15:guide>
        <p15:guide id="4" pos="7377">
          <p15:clr>
            <a:srgbClr val="FBAE40"/>
          </p15:clr>
        </p15:guide>
        <p15:guide id="5" pos="301">
          <p15:clr>
            <a:srgbClr val="FBAE40"/>
          </p15:clr>
        </p15:guide>
        <p15:guide id="6" orient="horz" pos="40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ower Statem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AD8540F3-D65C-6447-86D4-611980707BB6}"/>
              </a:ext>
            </a:extLst>
          </p:cNvPr>
          <p:cNvSpPr>
            <a:spLocks noGrp="1"/>
          </p:cNvSpPr>
          <p:nvPr>
            <p:ph type="body" sz="quarter" idx="14" hasCustomPrompt="1"/>
          </p:nvPr>
        </p:nvSpPr>
        <p:spPr>
          <a:xfrm>
            <a:off x="1031306" y="3191955"/>
            <a:ext cx="7181518" cy="723900"/>
          </a:xfrm>
          <a:prstGeom prst="rect">
            <a:avLst/>
          </a:prstGeom>
        </p:spPr>
        <p:txBody>
          <a:bodyPr lIns="0" tIns="0" rIns="0" bIns="0" anchor="ctr" anchorCtr="0">
            <a:noAutofit/>
          </a:bodyPr>
          <a:lstStyle>
            <a:lvl1pPr marL="0" indent="0">
              <a:lnSpc>
                <a:spcPct val="80000"/>
              </a:lnSpc>
              <a:spcBef>
                <a:spcPts val="0"/>
              </a:spcBef>
              <a:buNone/>
              <a:defRPr sz="5398"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POWER</a:t>
            </a:r>
          </a:p>
          <a:p>
            <a:pPr lvl="0"/>
            <a:r>
              <a:rPr lang="en-GB"/>
              <a:t>STATEMENTS ARE SHORT AND PUNCHY</a:t>
            </a:r>
          </a:p>
        </p:txBody>
      </p:sp>
      <p:sp>
        <p:nvSpPr>
          <p:cNvPr id="13" name="TextBox 12">
            <a:extLst>
              <a:ext uri="{FF2B5EF4-FFF2-40B4-BE49-F238E27FC236}">
                <a16:creationId xmlns:a16="http://schemas.microsoft.com/office/drawing/2014/main" id="{7B3DA930-6AA9-DD4A-98D5-9CC7512BB4EE}"/>
              </a:ext>
            </a:extLst>
          </p:cNvPr>
          <p:cNvSpPr txBox="1"/>
          <p:nvPr userDrawn="1"/>
        </p:nvSpPr>
        <p:spPr>
          <a:xfrm>
            <a:off x="802674" y="7103702"/>
            <a:ext cx="7638783" cy="307777"/>
          </a:xfrm>
          <a:prstGeom prst="rect">
            <a:avLst/>
          </a:prstGeom>
          <a:noFill/>
        </p:spPr>
        <p:txBody>
          <a:bodyPr wrap="square">
            <a:spAutoFit/>
          </a:bodyPr>
          <a:lstStyle/>
          <a:p>
            <a:r>
              <a:rPr lang="en-US" sz="1400">
                <a:solidFill>
                  <a:schemeClr val="bg1"/>
                </a:solidFill>
                <a:latin typeface="Arial" panose="020B0604020202020204"/>
              </a:rPr>
              <a:t>KEEP IT TO TEN WORDS OR LESS AND USE COLOR TO REINFORCE YOUR POINT. </a:t>
            </a:r>
          </a:p>
        </p:txBody>
      </p:sp>
      <p:sp>
        <p:nvSpPr>
          <p:cNvPr id="8" name="TextBox 7">
            <a:extLst>
              <a:ext uri="{FF2B5EF4-FFF2-40B4-BE49-F238E27FC236}">
                <a16:creationId xmlns:a16="http://schemas.microsoft.com/office/drawing/2014/main" id="{8CB7638A-E2F7-AA47-AE05-DB7A516B6C58}"/>
              </a:ext>
            </a:extLst>
          </p:cNvPr>
          <p:cNvSpPr txBox="1"/>
          <p:nvPr userDrawn="1"/>
        </p:nvSpPr>
        <p:spPr>
          <a:xfrm rot="16200000">
            <a:off x="10177407" y="5106640"/>
            <a:ext cx="2896193" cy="169233"/>
          </a:xfrm>
          <a:prstGeom prst="rect">
            <a:avLst/>
          </a:prstGeom>
          <a:noFill/>
        </p:spPr>
        <p:txBody>
          <a:bodyPr wrap="none" lIns="91416" tIns="45708" rIns="91416" bIns="45708" rtlCol="0" anchor="t">
            <a:spAutoFit/>
          </a:bodyPr>
          <a:lstStyle/>
          <a:p>
            <a:pPr defTabSz="456926">
              <a:defRPr/>
            </a:pPr>
            <a:r>
              <a:rPr lang="en-US" sz="500" spc="300">
                <a:solidFill>
                  <a:srgbClr val="A6A6A6"/>
                </a:solidFill>
                <a:latin typeface="Arial" panose="020B0604020202020204"/>
              </a:rPr>
              <a:t>2025 WIND RIVER, ALL RIGHTS RESERVED</a:t>
            </a:r>
          </a:p>
        </p:txBody>
      </p:sp>
      <p:pic>
        <p:nvPicPr>
          <p:cNvPr id="9" name="Picture 8" descr="A picture containing drawing, light&#10;&#10;Description automatically generated">
            <a:extLst>
              <a:ext uri="{FF2B5EF4-FFF2-40B4-BE49-F238E27FC236}">
                <a16:creationId xmlns:a16="http://schemas.microsoft.com/office/drawing/2014/main" id="{548208AC-B7E2-1B4B-A5E8-7AD7C25D9F9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1999" y="6392508"/>
            <a:ext cx="1089974" cy="247681"/>
          </a:xfrm>
          <a:prstGeom prst="rect">
            <a:avLst/>
          </a:prstGeom>
        </p:spPr>
      </p:pic>
      <p:sp>
        <p:nvSpPr>
          <p:cNvPr id="7" name="Text Placeholder 4">
            <a:extLst>
              <a:ext uri="{FF2B5EF4-FFF2-40B4-BE49-F238E27FC236}">
                <a16:creationId xmlns:a16="http://schemas.microsoft.com/office/drawing/2014/main" id="{E76B569A-7CBE-4774-AA61-E7AAD907AD22}"/>
              </a:ext>
            </a:extLst>
          </p:cNvPr>
          <p:cNvSpPr>
            <a:spLocks noGrp="1"/>
          </p:cNvSpPr>
          <p:nvPr>
            <p:ph type="body" sz="quarter" idx="16" hasCustomPrompt="1"/>
          </p:nvPr>
        </p:nvSpPr>
        <p:spPr>
          <a:xfrm rot="16200000">
            <a:off x="-731383" y="898361"/>
            <a:ext cx="2241785" cy="221261"/>
          </a:xfrm>
          <a:prstGeom prst="rect">
            <a:avLst/>
          </a:prstGeom>
        </p:spPr>
        <p:txBody>
          <a:bodyPr lIns="0" tIns="0" rIns="0" bIns="0">
            <a:normAutofit/>
          </a:bodyPr>
          <a:lstStyle>
            <a:lvl1pPr marL="0" indent="0" algn="ctr">
              <a:buNone/>
              <a:defRPr sz="900" spc="300">
                <a:solidFill>
                  <a:srgbClr val="A6A6A6"/>
                </a:solidFill>
                <a:latin typeface="Arial" panose="020B0604020202020204" pitchFamily="34" charset="0"/>
                <a:cs typeface="Arial" panose="020B0604020202020204" pitchFamily="34" charset="0"/>
              </a:defRPr>
            </a:lvl1pPr>
          </a:lstStyle>
          <a:p>
            <a:pPr lvl="0"/>
            <a:r>
              <a:rPr lang="en-GB"/>
              <a:t>OPTIONAL TAG</a:t>
            </a:r>
          </a:p>
        </p:txBody>
      </p:sp>
    </p:spTree>
    <p:extLst>
      <p:ext uri="{BB962C8B-B14F-4D97-AF65-F5344CB8AC3E}">
        <p14:creationId xmlns:p14="http://schemas.microsoft.com/office/powerpoint/2010/main" val="9724950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9">
          <p15:clr>
            <a:srgbClr val="FBAE40"/>
          </p15:clr>
        </p15:guide>
        <p15:guide id="2" orient="horz" pos="2160">
          <p15:clr>
            <a:srgbClr val="FBAE40"/>
          </p15:clr>
        </p15:guide>
        <p15:guide id="3" orient="horz" pos="300">
          <p15:clr>
            <a:srgbClr val="FBAE40"/>
          </p15:clr>
        </p15:guide>
        <p15:guide id="4" pos="7377">
          <p15:clr>
            <a:srgbClr val="FBAE40"/>
          </p15:clr>
        </p15:guide>
        <p15:guide id="5" pos="301">
          <p15:clr>
            <a:srgbClr val="FBAE40"/>
          </p15:clr>
        </p15:guide>
        <p15:guide id="6" orient="horz" pos="40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nger Title with Description">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CA129EF0-A8E0-431E-8173-9ADFF5A53B95}"/>
              </a:ext>
            </a:extLst>
          </p:cNvPr>
          <p:cNvSpPr>
            <a:spLocks noGrp="1"/>
          </p:cNvSpPr>
          <p:nvPr>
            <p:ph type="pic" sz="quarter" idx="19"/>
          </p:nvPr>
        </p:nvSpPr>
        <p:spPr>
          <a:xfrm>
            <a:off x="8735325" y="0"/>
            <a:ext cx="3453500" cy="6858000"/>
          </a:xfrm>
          <a:prstGeom prst="rect">
            <a:avLst/>
          </a:prstGeom>
        </p:spPr>
        <p:txBody>
          <a:bodyPr anchor="ctr"/>
          <a:lstStyle>
            <a:lvl1pPr algn="ctr">
              <a:buNone/>
              <a:defRPr sz="1799">
                <a:solidFill>
                  <a:schemeClr val="accent1">
                    <a:lumMod val="50000"/>
                    <a:lumOff val="50000"/>
                  </a:schemeClr>
                </a:solidFill>
              </a:defRPr>
            </a:lvl1pPr>
          </a:lstStyle>
          <a:p>
            <a:r>
              <a:rPr lang="en-GB"/>
              <a:t>Click icon to add picture</a:t>
            </a:r>
          </a:p>
        </p:txBody>
      </p:sp>
      <p:sp>
        <p:nvSpPr>
          <p:cNvPr id="11" name="Text Placeholder 2">
            <a:extLst>
              <a:ext uri="{FF2B5EF4-FFF2-40B4-BE49-F238E27FC236}">
                <a16:creationId xmlns:a16="http://schemas.microsoft.com/office/drawing/2014/main" id="{AD8540F3-D65C-6447-86D4-611980707BB6}"/>
              </a:ext>
            </a:extLst>
          </p:cNvPr>
          <p:cNvSpPr>
            <a:spLocks noGrp="1"/>
          </p:cNvSpPr>
          <p:nvPr>
            <p:ph type="body" sz="quarter" idx="14" hasCustomPrompt="1"/>
          </p:nvPr>
        </p:nvSpPr>
        <p:spPr>
          <a:xfrm>
            <a:off x="1031306" y="3191955"/>
            <a:ext cx="7410150" cy="723900"/>
          </a:xfrm>
          <a:prstGeom prst="rect">
            <a:avLst/>
          </a:prstGeom>
        </p:spPr>
        <p:txBody>
          <a:bodyPr lIns="0" tIns="0" rIns="0" bIns="0" anchor="ctr" anchorCtr="0">
            <a:noAutofit/>
          </a:bodyPr>
          <a:lstStyle>
            <a:lvl1pPr marL="0" marR="0" indent="0" algn="l" defTabSz="457063" rtl="0" eaLnBrk="1" fontAlgn="auto" latinLnBrk="0" hangingPunct="1">
              <a:lnSpc>
                <a:spcPct val="80000"/>
              </a:lnSpc>
              <a:spcBef>
                <a:spcPts val="0"/>
              </a:spcBef>
              <a:spcAft>
                <a:spcPts val="0"/>
              </a:spcAft>
              <a:buClrTx/>
              <a:buSzTx/>
              <a:buFontTx/>
              <a:buNone/>
              <a:tabLst/>
              <a:defRPr sz="5398"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LONGER TITLE </a:t>
            </a:r>
            <a:br>
              <a:rPr lang="en-GB"/>
            </a:br>
            <a:r>
              <a:rPr lang="en-GB"/>
              <a:t>WITH BOLD HEADING </a:t>
            </a:r>
            <a:br>
              <a:rPr lang="en-GB"/>
            </a:br>
            <a:r>
              <a:rPr lang="en-GB"/>
              <a:t>ALTERNATING COLOR</a:t>
            </a:r>
          </a:p>
          <a:p>
            <a:pPr lvl="0"/>
            <a:r>
              <a:rPr lang="en-GB"/>
              <a:t>AND DESCRIPTION</a:t>
            </a:r>
          </a:p>
        </p:txBody>
      </p:sp>
      <p:sp>
        <p:nvSpPr>
          <p:cNvPr id="8" name="Text Placeholder 2">
            <a:extLst>
              <a:ext uri="{FF2B5EF4-FFF2-40B4-BE49-F238E27FC236}">
                <a16:creationId xmlns:a16="http://schemas.microsoft.com/office/drawing/2014/main" id="{ABB31E67-34D8-DE40-8332-37EE04415EDA}"/>
              </a:ext>
            </a:extLst>
          </p:cNvPr>
          <p:cNvSpPr>
            <a:spLocks noGrp="1"/>
          </p:cNvSpPr>
          <p:nvPr>
            <p:ph type="body" sz="quarter" idx="17" hasCustomPrompt="1"/>
          </p:nvPr>
        </p:nvSpPr>
        <p:spPr>
          <a:xfrm>
            <a:off x="1031306" y="4860690"/>
            <a:ext cx="7410150" cy="1123422"/>
          </a:xfrm>
          <a:prstGeom prst="rect">
            <a:avLst/>
          </a:prstGeom>
        </p:spPr>
        <p:txBody>
          <a:bodyPr lIns="0" tIns="0" rIns="0" bIns="0" anchor="t" anchorCtr="0">
            <a:noAutofit/>
          </a:bodyPr>
          <a:lstStyle>
            <a:lvl1pPr marL="0" indent="0" algn="l">
              <a:lnSpc>
                <a:spcPct val="80000"/>
              </a:lnSpc>
              <a:spcBef>
                <a:spcPts val="0"/>
              </a:spcBef>
              <a:buNone/>
              <a:defRPr sz="1400" b="0" spc="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Alternating </a:t>
            </a:r>
            <a:r>
              <a:rPr lang="en-GB" err="1"/>
              <a:t>color</a:t>
            </a:r>
            <a:r>
              <a:rPr lang="en-GB"/>
              <a:t> in the title adds visual interest. Keep descriptions to 50 words or less. </a:t>
            </a:r>
          </a:p>
        </p:txBody>
      </p:sp>
      <p:sp>
        <p:nvSpPr>
          <p:cNvPr id="9" name="TextBox 8">
            <a:extLst>
              <a:ext uri="{FF2B5EF4-FFF2-40B4-BE49-F238E27FC236}">
                <a16:creationId xmlns:a16="http://schemas.microsoft.com/office/drawing/2014/main" id="{B943B2CB-593D-0D4D-987D-A1DD1D63AC26}"/>
              </a:ext>
            </a:extLst>
          </p:cNvPr>
          <p:cNvSpPr txBox="1"/>
          <p:nvPr userDrawn="1"/>
        </p:nvSpPr>
        <p:spPr>
          <a:xfrm rot="16200000">
            <a:off x="10177407" y="5106640"/>
            <a:ext cx="2896193" cy="169233"/>
          </a:xfrm>
          <a:prstGeom prst="rect">
            <a:avLst/>
          </a:prstGeom>
          <a:noFill/>
        </p:spPr>
        <p:txBody>
          <a:bodyPr wrap="none" lIns="91416" tIns="45708" rIns="91416" bIns="45708" rtlCol="0" anchor="t">
            <a:spAutoFit/>
          </a:bodyPr>
          <a:lstStyle/>
          <a:p>
            <a:pPr defTabSz="456926">
              <a:defRPr/>
            </a:pPr>
            <a:r>
              <a:rPr lang="en-US" sz="500" spc="300">
                <a:solidFill>
                  <a:srgbClr val="A6A6A6"/>
                </a:solidFill>
                <a:latin typeface="Arial" panose="020B0604020202020204"/>
              </a:rPr>
              <a:t>2025 WIND RIVER, ALL RIGHTS RESERVED</a:t>
            </a:r>
          </a:p>
        </p:txBody>
      </p:sp>
      <p:pic>
        <p:nvPicPr>
          <p:cNvPr id="10" name="Picture 9" descr="A picture containing drawing, light&#10;&#10;Description automatically generated">
            <a:extLst>
              <a:ext uri="{FF2B5EF4-FFF2-40B4-BE49-F238E27FC236}">
                <a16:creationId xmlns:a16="http://schemas.microsoft.com/office/drawing/2014/main" id="{F05758D2-56C2-C14C-93CC-87A8DC047B0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1999" y="6392508"/>
            <a:ext cx="1089974" cy="247681"/>
          </a:xfrm>
          <a:prstGeom prst="rect">
            <a:avLst/>
          </a:prstGeom>
        </p:spPr>
      </p:pic>
      <p:sp>
        <p:nvSpPr>
          <p:cNvPr id="7" name="Text Placeholder 4">
            <a:extLst>
              <a:ext uri="{FF2B5EF4-FFF2-40B4-BE49-F238E27FC236}">
                <a16:creationId xmlns:a16="http://schemas.microsoft.com/office/drawing/2014/main" id="{B1CC0DFF-71BC-4470-9885-4E94EACAB6AF}"/>
              </a:ext>
            </a:extLst>
          </p:cNvPr>
          <p:cNvSpPr>
            <a:spLocks noGrp="1"/>
          </p:cNvSpPr>
          <p:nvPr>
            <p:ph type="body" sz="quarter" idx="16" hasCustomPrompt="1"/>
          </p:nvPr>
        </p:nvSpPr>
        <p:spPr>
          <a:xfrm rot="16200000">
            <a:off x="-731383" y="898361"/>
            <a:ext cx="2241785" cy="221261"/>
          </a:xfrm>
          <a:prstGeom prst="rect">
            <a:avLst/>
          </a:prstGeom>
        </p:spPr>
        <p:txBody>
          <a:bodyPr lIns="0" tIns="0" rIns="0" bIns="0">
            <a:normAutofit/>
          </a:bodyPr>
          <a:lstStyle>
            <a:lvl1pPr marL="0" indent="0" algn="ctr">
              <a:buNone/>
              <a:defRPr sz="900" spc="300">
                <a:solidFill>
                  <a:srgbClr val="A6A6A6"/>
                </a:solidFill>
                <a:latin typeface="Arial" panose="020B0604020202020204" pitchFamily="34" charset="0"/>
                <a:cs typeface="Arial" panose="020B0604020202020204" pitchFamily="34" charset="0"/>
              </a:defRPr>
            </a:lvl1pPr>
          </a:lstStyle>
          <a:p>
            <a:pPr lvl="0"/>
            <a:r>
              <a:rPr lang="en-GB"/>
              <a:t>OPTIONAL TAG</a:t>
            </a:r>
          </a:p>
        </p:txBody>
      </p:sp>
    </p:spTree>
    <p:extLst>
      <p:ext uri="{BB962C8B-B14F-4D97-AF65-F5344CB8AC3E}">
        <p14:creationId xmlns:p14="http://schemas.microsoft.com/office/powerpoint/2010/main" val="26670759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9">
          <p15:clr>
            <a:srgbClr val="FBAE40"/>
          </p15:clr>
        </p15:guide>
        <p15:guide id="2" orient="horz" pos="2160">
          <p15:clr>
            <a:srgbClr val="FBAE40"/>
          </p15:clr>
        </p15:guide>
        <p15:guide id="3" orient="horz" pos="300">
          <p15:clr>
            <a:srgbClr val="FBAE40"/>
          </p15:clr>
        </p15:guide>
        <p15:guide id="4" pos="7377">
          <p15:clr>
            <a:srgbClr val="FBAE40"/>
          </p15:clr>
        </p15:guide>
        <p15:guide id="5" pos="301">
          <p15:clr>
            <a:srgbClr val="FBAE40"/>
          </p15:clr>
        </p15:guide>
        <p15:guide id="6" orient="horz" pos="402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resenting Video">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74D4E532-2A5A-DD4B-A18E-688BB5408C0D}"/>
              </a:ext>
            </a:extLst>
          </p:cNvPr>
          <p:cNvCxnSpPr/>
          <p:nvPr userDrawn="1"/>
        </p:nvCxnSpPr>
        <p:spPr>
          <a:xfrm>
            <a:off x="469958" y="3432325"/>
            <a:ext cx="5624456" cy="0"/>
          </a:xfrm>
          <a:prstGeom prst="line">
            <a:avLst/>
          </a:prstGeom>
          <a:ln w="25400">
            <a:solidFill>
              <a:srgbClr val="30E4D0"/>
            </a:solidFill>
          </a:ln>
        </p:spPr>
        <p:style>
          <a:lnRef idx="1">
            <a:schemeClr val="accent1"/>
          </a:lnRef>
          <a:fillRef idx="0">
            <a:schemeClr val="accent1"/>
          </a:fillRef>
          <a:effectRef idx="0">
            <a:schemeClr val="accent1"/>
          </a:effectRef>
          <a:fontRef idx="minor">
            <a:schemeClr val="tx1"/>
          </a:fontRef>
        </p:style>
      </p:cxnSp>
      <p:sp>
        <p:nvSpPr>
          <p:cNvPr id="48" name="Text Placeholder 2">
            <a:extLst>
              <a:ext uri="{FF2B5EF4-FFF2-40B4-BE49-F238E27FC236}">
                <a16:creationId xmlns:a16="http://schemas.microsoft.com/office/drawing/2014/main" id="{FAA5C472-29C4-B746-81D0-DAAE2A3E58F0}"/>
              </a:ext>
            </a:extLst>
          </p:cNvPr>
          <p:cNvSpPr>
            <a:spLocks noGrp="1"/>
          </p:cNvSpPr>
          <p:nvPr>
            <p:ph type="body" sz="quarter" idx="14" hasCustomPrompt="1"/>
          </p:nvPr>
        </p:nvSpPr>
        <p:spPr>
          <a:xfrm>
            <a:off x="569503" y="2219098"/>
            <a:ext cx="5123066" cy="1106219"/>
          </a:xfrm>
          <a:prstGeom prst="rect">
            <a:avLst/>
          </a:prstGeom>
        </p:spPr>
        <p:txBody>
          <a:bodyPr lIns="0" tIns="0" rIns="0" bIns="0" anchor="b" anchorCtr="0">
            <a:noAutofit/>
          </a:bodyPr>
          <a:lstStyle>
            <a:lvl1pPr marL="0" indent="0">
              <a:lnSpc>
                <a:spcPct val="80000"/>
              </a:lnSpc>
              <a:spcBef>
                <a:spcPts val="0"/>
              </a:spcBef>
              <a:buNone/>
              <a:defRPr sz="3199"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PRESENTING </a:t>
            </a:r>
            <a:br>
              <a:rPr lang="en-GB"/>
            </a:br>
            <a:r>
              <a:rPr lang="en-GB"/>
              <a:t>VIDEO OR DEMOS</a:t>
            </a:r>
          </a:p>
          <a:p>
            <a:pPr lvl="0"/>
            <a:r>
              <a:rPr lang="en-GB"/>
              <a:t>(THREE LINES MAX HERE)</a:t>
            </a:r>
          </a:p>
        </p:txBody>
      </p:sp>
      <p:sp>
        <p:nvSpPr>
          <p:cNvPr id="14" name="Text Placeholder 2">
            <a:extLst>
              <a:ext uri="{FF2B5EF4-FFF2-40B4-BE49-F238E27FC236}">
                <a16:creationId xmlns:a16="http://schemas.microsoft.com/office/drawing/2014/main" id="{F5236E0A-EBE8-1C41-9B66-3B31F2CA2697}"/>
              </a:ext>
            </a:extLst>
          </p:cNvPr>
          <p:cNvSpPr>
            <a:spLocks noGrp="1"/>
          </p:cNvSpPr>
          <p:nvPr>
            <p:ph type="body" sz="quarter" idx="17" hasCustomPrompt="1"/>
          </p:nvPr>
        </p:nvSpPr>
        <p:spPr>
          <a:xfrm>
            <a:off x="551033" y="3613641"/>
            <a:ext cx="5141535" cy="1521061"/>
          </a:xfrm>
          <a:prstGeom prst="rect">
            <a:avLst/>
          </a:prstGeom>
        </p:spPr>
        <p:txBody>
          <a:bodyPr lIns="0" tIns="0" rIns="0" bIns="0" anchor="t" anchorCtr="0">
            <a:noAutofit/>
          </a:bodyPr>
          <a:lstStyle>
            <a:lvl1pPr marL="0" indent="0">
              <a:lnSpc>
                <a:spcPct val="80000"/>
              </a:lnSpc>
              <a:spcBef>
                <a:spcPts val="0"/>
              </a:spcBef>
              <a:buNone/>
              <a:defRPr sz="1400" b="0" spc="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Description here</a:t>
            </a:r>
          </a:p>
        </p:txBody>
      </p:sp>
      <p:sp>
        <p:nvSpPr>
          <p:cNvPr id="20" name="TextBox 19">
            <a:extLst>
              <a:ext uri="{FF2B5EF4-FFF2-40B4-BE49-F238E27FC236}">
                <a16:creationId xmlns:a16="http://schemas.microsoft.com/office/drawing/2014/main" id="{9961CC3A-3E1C-8646-9FFD-7108B2976DD6}"/>
              </a:ext>
            </a:extLst>
          </p:cNvPr>
          <p:cNvSpPr txBox="1"/>
          <p:nvPr userDrawn="1"/>
        </p:nvSpPr>
        <p:spPr>
          <a:xfrm>
            <a:off x="5488093" y="7230050"/>
            <a:ext cx="4756430" cy="1200329"/>
          </a:xfrm>
          <a:prstGeom prst="rect">
            <a:avLst/>
          </a:prstGeom>
          <a:noFill/>
        </p:spPr>
        <p:txBody>
          <a:bodyPr wrap="none" rtlCol="0">
            <a:spAutoFit/>
          </a:bodyPr>
          <a:lstStyle>
            <a:defPPr>
              <a:defRPr lang="en-US"/>
            </a:defPPr>
            <a:lvl1pPr>
              <a:defRPr sz="700" b="1"/>
            </a:lvl1pPr>
          </a:lstStyle>
          <a:p>
            <a:r>
              <a:rPr lang="en-US" sz="900">
                <a:solidFill>
                  <a:schemeClr val="bg1"/>
                </a:solidFill>
                <a:latin typeface="Arial" panose="020B0604020202020204"/>
              </a:rPr>
              <a:t>WHEN LAYING A SCREEN SHOT IN TO A DEVICE HOLDER</a:t>
            </a:r>
          </a:p>
          <a:p>
            <a:r>
              <a:rPr lang="en-US" sz="900">
                <a:solidFill>
                  <a:schemeClr val="bg1"/>
                </a:solidFill>
                <a:latin typeface="Arial" panose="020B0604020202020204"/>
              </a:rPr>
              <a:t>USE THIS TIP:</a:t>
            </a:r>
          </a:p>
          <a:p>
            <a:r>
              <a:rPr lang="en-US" sz="900">
                <a:solidFill>
                  <a:schemeClr val="bg1"/>
                </a:solidFill>
                <a:latin typeface="Arial" panose="020B0604020202020204"/>
              </a:rPr>
              <a:t>CLICK THE IMAGE TO MANAGE IT</a:t>
            </a:r>
          </a:p>
          <a:p>
            <a:r>
              <a:rPr lang="en-US" sz="900">
                <a:solidFill>
                  <a:schemeClr val="bg1"/>
                </a:solidFill>
                <a:latin typeface="Arial" panose="020B0604020202020204"/>
              </a:rPr>
              <a:t>CLICK: PICTURE FORMAT&gt;PICTURE EFFECTS&gt;SHADOW&gt;INNER CENTER</a:t>
            </a:r>
          </a:p>
          <a:p>
            <a:r>
              <a:rPr lang="en-US" sz="900">
                <a:solidFill>
                  <a:schemeClr val="bg1"/>
                </a:solidFill>
                <a:latin typeface="Arial" panose="020B0604020202020204"/>
              </a:rPr>
              <a:t>THE INNER SHADOW WILL ADD DEPTH AND GIVE A REALISTIC LOOK</a:t>
            </a:r>
          </a:p>
          <a:p>
            <a:r>
              <a:rPr lang="en-US" sz="900">
                <a:solidFill>
                  <a:schemeClr val="bg1"/>
                </a:solidFill>
                <a:latin typeface="Arial" panose="020B0604020202020204"/>
              </a:rPr>
              <a:t>ALSO USE THE PICTURE FORMAT TAB TO  ADDA “CORRECTION”</a:t>
            </a:r>
          </a:p>
          <a:p>
            <a:r>
              <a:rPr lang="en-US" sz="900">
                <a:solidFill>
                  <a:schemeClr val="bg1"/>
                </a:solidFill>
                <a:latin typeface="Arial" panose="020B0604020202020204"/>
              </a:rPr>
              <a:t>TO MOST IMAGES  -20 BRIGHTNESS 00 CONTRAST OR CHOOSE THE BEST LOOK</a:t>
            </a:r>
          </a:p>
          <a:p>
            <a:endParaRPr lang="en-US" sz="900">
              <a:solidFill>
                <a:schemeClr val="bg1"/>
              </a:solidFill>
              <a:latin typeface="Arial" panose="020B0604020202020204"/>
            </a:endParaRPr>
          </a:p>
        </p:txBody>
      </p:sp>
      <p:sp>
        <p:nvSpPr>
          <p:cNvPr id="21" name="TextBox 20">
            <a:extLst>
              <a:ext uri="{FF2B5EF4-FFF2-40B4-BE49-F238E27FC236}">
                <a16:creationId xmlns:a16="http://schemas.microsoft.com/office/drawing/2014/main" id="{AF1C588F-E0ED-5A40-AC70-86322DFCB3A6}"/>
              </a:ext>
            </a:extLst>
          </p:cNvPr>
          <p:cNvSpPr txBox="1"/>
          <p:nvPr userDrawn="1"/>
        </p:nvSpPr>
        <p:spPr>
          <a:xfrm>
            <a:off x="477839" y="7087564"/>
            <a:ext cx="4573588" cy="738664"/>
          </a:xfrm>
          <a:prstGeom prst="rect">
            <a:avLst/>
          </a:prstGeom>
          <a:noFill/>
        </p:spPr>
        <p:txBody>
          <a:bodyPr wrap="square">
            <a:spAutoFit/>
          </a:bodyPr>
          <a:lstStyle/>
          <a:p>
            <a:r>
              <a:rPr lang="en-US" sz="1400" b="1">
                <a:solidFill>
                  <a:schemeClr val="bg1"/>
                </a:solidFill>
                <a:latin typeface="Arial" panose="020B0604020202020204" pitchFamily="34" charset="0"/>
              </a:rPr>
              <a:t>Take a screenshot</a:t>
            </a:r>
            <a:r>
              <a:rPr lang="en-US" sz="1400">
                <a:solidFill>
                  <a:schemeClr val="bg1"/>
                </a:solidFill>
                <a:latin typeface="Arial" panose="020B0604020202020204" pitchFamily="34" charset="0"/>
              </a:rPr>
              <a:t> of the video or demo you’ll be presenting and crop/resize to fit in the screen of the laptop.</a:t>
            </a:r>
          </a:p>
        </p:txBody>
      </p:sp>
      <p:sp>
        <p:nvSpPr>
          <p:cNvPr id="22" name="TextBox 21">
            <a:extLst>
              <a:ext uri="{FF2B5EF4-FFF2-40B4-BE49-F238E27FC236}">
                <a16:creationId xmlns:a16="http://schemas.microsoft.com/office/drawing/2014/main" id="{9F9C2F0A-13DF-5745-81B4-51CB0F93B7AD}"/>
              </a:ext>
            </a:extLst>
          </p:cNvPr>
          <p:cNvSpPr txBox="1"/>
          <p:nvPr userDrawn="1"/>
        </p:nvSpPr>
        <p:spPr>
          <a:xfrm>
            <a:off x="477839" y="7922545"/>
            <a:ext cx="4573588" cy="523220"/>
          </a:xfrm>
          <a:prstGeom prst="rect">
            <a:avLst/>
          </a:prstGeom>
          <a:noFill/>
        </p:spPr>
        <p:txBody>
          <a:bodyPr wrap="square">
            <a:spAutoFit/>
          </a:bodyPr>
          <a:lstStyle/>
          <a:p>
            <a:r>
              <a:rPr lang="en-US" sz="1400" b="1">
                <a:solidFill>
                  <a:schemeClr val="bg1"/>
                </a:solidFill>
                <a:latin typeface="Arial" panose="020B0604020202020204" pitchFamily="34" charset="0"/>
              </a:rPr>
              <a:t>Link</a:t>
            </a:r>
            <a:r>
              <a:rPr lang="en-US" sz="1400">
                <a:solidFill>
                  <a:schemeClr val="bg1"/>
                </a:solidFill>
                <a:latin typeface="Arial" panose="020B0604020202020204" pitchFamily="34" charset="0"/>
              </a:rPr>
              <a:t> the screenshot to your video or demo environment.  </a:t>
            </a:r>
          </a:p>
        </p:txBody>
      </p:sp>
      <p:grpSp>
        <p:nvGrpSpPr>
          <p:cNvPr id="23" name="Group 22">
            <a:extLst>
              <a:ext uri="{FF2B5EF4-FFF2-40B4-BE49-F238E27FC236}">
                <a16:creationId xmlns:a16="http://schemas.microsoft.com/office/drawing/2014/main" id="{C1F91DB1-9592-1841-8A70-0C16B1AF27EC}"/>
              </a:ext>
            </a:extLst>
          </p:cNvPr>
          <p:cNvGrpSpPr/>
          <p:nvPr userDrawn="1"/>
        </p:nvGrpSpPr>
        <p:grpSpPr>
          <a:xfrm>
            <a:off x="5626471" y="1565464"/>
            <a:ext cx="6416239" cy="3734319"/>
            <a:chOff x="2738438" y="30163"/>
            <a:chExt cx="11828463" cy="6827838"/>
          </a:xfrm>
        </p:grpSpPr>
        <p:sp>
          <p:nvSpPr>
            <p:cNvPr id="25" name="Freeform 11">
              <a:extLst>
                <a:ext uri="{FF2B5EF4-FFF2-40B4-BE49-F238E27FC236}">
                  <a16:creationId xmlns:a16="http://schemas.microsoft.com/office/drawing/2014/main" id="{64F50D6F-2983-4248-837F-1869B13EB134}"/>
                </a:ext>
              </a:extLst>
            </p:cNvPr>
            <p:cNvSpPr>
              <a:spLocks/>
            </p:cNvSpPr>
            <p:nvPr/>
          </p:nvSpPr>
          <p:spPr bwMode="auto">
            <a:xfrm>
              <a:off x="3821113" y="30163"/>
              <a:ext cx="9663113" cy="6823075"/>
            </a:xfrm>
            <a:custGeom>
              <a:avLst/>
              <a:gdLst>
                <a:gd name="T0" fmla="*/ 201 w 6087"/>
                <a:gd name="T1" fmla="*/ 4298 h 4298"/>
                <a:gd name="T2" fmla="*/ 181 w 6087"/>
                <a:gd name="T3" fmla="*/ 4298 h 4298"/>
                <a:gd name="T4" fmla="*/ 141 w 6087"/>
                <a:gd name="T5" fmla="*/ 4289 h 4298"/>
                <a:gd name="T6" fmla="*/ 106 w 6087"/>
                <a:gd name="T7" fmla="*/ 4274 h 4298"/>
                <a:gd name="T8" fmla="*/ 74 w 6087"/>
                <a:gd name="T9" fmla="*/ 4252 h 4298"/>
                <a:gd name="T10" fmla="*/ 47 w 6087"/>
                <a:gd name="T11" fmla="*/ 4225 h 4298"/>
                <a:gd name="T12" fmla="*/ 25 w 6087"/>
                <a:gd name="T13" fmla="*/ 4193 h 4298"/>
                <a:gd name="T14" fmla="*/ 10 w 6087"/>
                <a:gd name="T15" fmla="*/ 4158 h 4298"/>
                <a:gd name="T16" fmla="*/ 1 w 6087"/>
                <a:gd name="T17" fmla="*/ 4118 h 4298"/>
                <a:gd name="T18" fmla="*/ 0 w 6087"/>
                <a:gd name="T19" fmla="*/ 201 h 4298"/>
                <a:gd name="T20" fmla="*/ 1 w 6087"/>
                <a:gd name="T21" fmla="*/ 181 h 4298"/>
                <a:gd name="T22" fmla="*/ 10 w 6087"/>
                <a:gd name="T23" fmla="*/ 141 h 4298"/>
                <a:gd name="T24" fmla="*/ 25 w 6087"/>
                <a:gd name="T25" fmla="*/ 105 h 4298"/>
                <a:gd name="T26" fmla="*/ 47 w 6087"/>
                <a:gd name="T27" fmla="*/ 74 h 4298"/>
                <a:gd name="T28" fmla="*/ 74 w 6087"/>
                <a:gd name="T29" fmla="*/ 47 h 4298"/>
                <a:gd name="T30" fmla="*/ 106 w 6087"/>
                <a:gd name="T31" fmla="*/ 25 h 4298"/>
                <a:gd name="T32" fmla="*/ 141 w 6087"/>
                <a:gd name="T33" fmla="*/ 10 h 4298"/>
                <a:gd name="T34" fmla="*/ 181 w 6087"/>
                <a:gd name="T35" fmla="*/ 1 h 4298"/>
                <a:gd name="T36" fmla="*/ 5887 w 6087"/>
                <a:gd name="T37" fmla="*/ 0 h 4298"/>
                <a:gd name="T38" fmla="*/ 5907 w 6087"/>
                <a:gd name="T39" fmla="*/ 1 h 4298"/>
                <a:gd name="T40" fmla="*/ 5946 w 6087"/>
                <a:gd name="T41" fmla="*/ 10 h 4298"/>
                <a:gd name="T42" fmla="*/ 5983 w 6087"/>
                <a:gd name="T43" fmla="*/ 25 h 4298"/>
                <a:gd name="T44" fmla="*/ 6015 w 6087"/>
                <a:gd name="T45" fmla="*/ 47 h 4298"/>
                <a:gd name="T46" fmla="*/ 6042 w 6087"/>
                <a:gd name="T47" fmla="*/ 74 h 4298"/>
                <a:gd name="T48" fmla="*/ 6064 w 6087"/>
                <a:gd name="T49" fmla="*/ 105 h 4298"/>
                <a:gd name="T50" fmla="*/ 6079 w 6087"/>
                <a:gd name="T51" fmla="*/ 141 h 4298"/>
                <a:gd name="T52" fmla="*/ 6087 w 6087"/>
                <a:gd name="T53" fmla="*/ 181 h 4298"/>
                <a:gd name="T54" fmla="*/ 6087 w 6087"/>
                <a:gd name="T55" fmla="*/ 4097 h 4298"/>
                <a:gd name="T56" fmla="*/ 6087 w 6087"/>
                <a:gd name="T57" fmla="*/ 4118 h 4298"/>
                <a:gd name="T58" fmla="*/ 6079 w 6087"/>
                <a:gd name="T59" fmla="*/ 4158 h 4298"/>
                <a:gd name="T60" fmla="*/ 6064 w 6087"/>
                <a:gd name="T61" fmla="*/ 4193 h 4298"/>
                <a:gd name="T62" fmla="*/ 6042 w 6087"/>
                <a:gd name="T63" fmla="*/ 4225 h 4298"/>
                <a:gd name="T64" fmla="*/ 6015 w 6087"/>
                <a:gd name="T65" fmla="*/ 4252 h 4298"/>
                <a:gd name="T66" fmla="*/ 5983 w 6087"/>
                <a:gd name="T67" fmla="*/ 4274 h 4298"/>
                <a:gd name="T68" fmla="*/ 5946 w 6087"/>
                <a:gd name="T69" fmla="*/ 4289 h 4298"/>
                <a:gd name="T70" fmla="*/ 5907 w 6087"/>
                <a:gd name="T71" fmla="*/ 4298 h 4298"/>
                <a:gd name="T72" fmla="*/ 5887 w 6087"/>
                <a:gd name="T73" fmla="*/ 4298 h 4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87" h="4298">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flip="none" rotWithShape="1">
              <a:gsLst>
                <a:gs pos="0">
                  <a:srgbClr val="B0B2B4"/>
                </a:gs>
                <a:gs pos="100000">
                  <a:srgbClr val="DFE0E1"/>
                </a:gs>
              </a:gsLst>
              <a:lin ang="0" scaled="1"/>
              <a:tileRect/>
            </a:gradFill>
            <a:ln>
              <a:noFill/>
            </a:ln>
            <a:effectLst>
              <a:innerShdw blurRad="63500">
                <a:prstClr val="black">
                  <a:alpha val="4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9">
                <a:solidFill>
                  <a:schemeClr val="bg1"/>
                </a:solidFill>
              </a:endParaRPr>
            </a:p>
          </p:txBody>
        </p:sp>
        <p:sp>
          <p:nvSpPr>
            <p:cNvPr id="26" name="Freeform 12">
              <a:extLst>
                <a:ext uri="{FF2B5EF4-FFF2-40B4-BE49-F238E27FC236}">
                  <a16:creationId xmlns:a16="http://schemas.microsoft.com/office/drawing/2014/main" id="{E1E689F6-E215-2F4E-9F6A-6F1017D9B135}"/>
                </a:ext>
              </a:extLst>
            </p:cNvPr>
            <p:cNvSpPr>
              <a:spLocks/>
            </p:cNvSpPr>
            <p:nvPr/>
          </p:nvSpPr>
          <p:spPr bwMode="auto">
            <a:xfrm>
              <a:off x="3865563" y="74613"/>
              <a:ext cx="9574213" cy="6735763"/>
            </a:xfrm>
            <a:custGeom>
              <a:avLst/>
              <a:gdLst>
                <a:gd name="T0" fmla="*/ 173 w 6031"/>
                <a:gd name="T1" fmla="*/ 0 h 4243"/>
                <a:gd name="T2" fmla="*/ 155 w 6031"/>
                <a:gd name="T3" fmla="*/ 2 h 4243"/>
                <a:gd name="T4" fmla="*/ 121 w 6031"/>
                <a:gd name="T5" fmla="*/ 9 h 4243"/>
                <a:gd name="T6" fmla="*/ 91 w 6031"/>
                <a:gd name="T7" fmla="*/ 22 h 4243"/>
                <a:gd name="T8" fmla="*/ 64 w 6031"/>
                <a:gd name="T9" fmla="*/ 40 h 4243"/>
                <a:gd name="T10" fmla="*/ 41 w 6031"/>
                <a:gd name="T11" fmla="*/ 64 h 4243"/>
                <a:gd name="T12" fmla="*/ 22 w 6031"/>
                <a:gd name="T13" fmla="*/ 91 h 4243"/>
                <a:gd name="T14" fmla="*/ 9 w 6031"/>
                <a:gd name="T15" fmla="*/ 121 h 4243"/>
                <a:gd name="T16" fmla="*/ 2 w 6031"/>
                <a:gd name="T17" fmla="*/ 157 h 4243"/>
                <a:gd name="T18" fmla="*/ 0 w 6031"/>
                <a:gd name="T19" fmla="*/ 4069 h 4243"/>
                <a:gd name="T20" fmla="*/ 2 w 6031"/>
                <a:gd name="T21" fmla="*/ 4086 h 4243"/>
                <a:gd name="T22" fmla="*/ 9 w 6031"/>
                <a:gd name="T23" fmla="*/ 4120 h 4243"/>
                <a:gd name="T24" fmla="*/ 22 w 6031"/>
                <a:gd name="T25" fmla="*/ 4152 h 4243"/>
                <a:gd name="T26" fmla="*/ 41 w 6031"/>
                <a:gd name="T27" fmla="*/ 4179 h 4243"/>
                <a:gd name="T28" fmla="*/ 64 w 6031"/>
                <a:gd name="T29" fmla="*/ 4202 h 4243"/>
                <a:gd name="T30" fmla="*/ 91 w 6031"/>
                <a:gd name="T31" fmla="*/ 4221 h 4243"/>
                <a:gd name="T32" fmla="*/ 121 w 6031"/>
                <a:gd name="T33" fmla="*/ 4234 h 4243"/>
                <a:gd name="T34" fmla="*/ 155 w 6031"/>
                <a:gd name="T35" fmla="*/ 4241 h 4243"/>
                <a:gd name="T36" fmla="*/ 5859 w 6031"/>
                <a:gd name="T37" fmla="*/ 4243 h 4243"/>
                <a:gd name="T38" fmla="*/ 5876 w 6031"/>
                <a:gd name="T39" fmla="*/ 4241 h 4243"/>
                <a:gd name="T40" fmla="*/ 5910 w 6031"/>
                <a:gd name="T41" fmla="*/ 4234 h 4243"/>
                <a:gd name="T42" fmla="*/ 5941 w 6031"/>
                <a:gd name="T43" fmla="*/ 4221 h 4243"/>
                <a:gd name="T44" fmla="*/ 5968 w 6031"/>
                <a:gd name="T45" fmla="*/ 4202 h 4243"/>
                <a:gd name="T46" fmla="*/ 5992 w 6031"/>
                <a:gd name="T47" fmla="*/ 4179 h 4243"/>
                <a:gd name="T48" fmla="*/ 6010 w 6031"/>
                <a:gd name="T49" fmla="*/ 4152 h 4243"/>
                <a:gd name="T50" fmla="*/ 6024 w 6031"/>
                <a:gd name="T51" fmla="*/ 4120 h 4243"/>
                <a:gd name="T52" fmla="*/ 6031 w 6031"/>
                <a:gd name="T53" fmla="*/ 4086 h 4243"/>
                <a:gd name="T54" fmla="*/ 6031 w 6031"/>
                <a:gd name="T55" fmla="*/ 173 h 4243"/>
                <a:gd name="T56" fmla="*/ 6031 w 6031"/>
                <a:gd name="T57" fmla="*/ 157 h 4243"/>
                <a:gd name="T58" fmla="*/ 6024 w 6031"/>
                <a:gd name="T59" fmla="*/ 121 h 4243"/>
                <a:gd name="T60" fmla="*/ 6010 w 6031"/>
                <a:gd name="T61" fmla="*/ 91 h 4243"/>
                <a:gd name="T62" fmla="*/ 5992 w 6031"/>
                <a:gd name="T63" fmla="*/ 64 h 4243"/>
                <a:gd name="T64" fmla="*/ 5968 w 6031"/>
                <a:gd name="T65" fmla="*/ 40 h 4243"/>
                <a:gd name="T66" fmla="*/ 5941 w 6031"/>
                <a:gd name="T67" fmla="*/ 22 h 4243"/>
                <a:gd name="T68" fmla="*/ 5910 w 6031"/>
                <a:gd name="T69" fmla="*/ 9 h 4243"/>
                <a:gd name="T70" fmla="*/ 5876 w 6031"/>
                <a:gd name="T71" fmla="*/ 2 h 4243"/>
                <a:gd name="T72" fmla="*/ 5859 w 6031"/>
                <a:gd name="T73" fmla="*/ 0 h 4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031" h="4243">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prstClr val="black">
                  <a:alpha val="61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9">
                <a:solidFill>
                  <a:schemeClr val="bg1"/>
                </a:solidFill>
              </a:endParaRPr>
            </a:p>
          </p:txBody>
        </p:sp>
        <p:sp>
          <p:nvSpPr>
            <p:cNvPr id="27" name="Freeform 13">
              <a:extLst>
                <a:ext uri="{FF2B5EF4-FFF2-40B4-BE49-F238E27FC236}">
                  <a16:creationId xmlns:a16="http://schemas.microsoft.com/office/drawing/2014/main" id="{4DDD7110-7278-214E-9ABE-FC14DC5A42E6}"/>
                </a:ext>
              </a:extLst>
            </p:cNvPr>
            <p:cNvSpPr>
              <a:spLocks/>
            </p:cNvSpPr>
            <p:nvPr/>
          </p:nvSpPr>
          <p:spPr bwMode="auto">
            <a:xfrm>
              <a:off x="3892550" y="6342063"/>
              <a:ext cx="9520238" cy="441325"/>
            </a:xfrm>
            <a:custGeom>
              <a:avLst/>
              <a:gdLst>
                <a:gd name="T0" fmla="*/ 156 w 5997"/>
                <a:gd name="T1" fmla="*/ 278 h 278"/>
                <a:gd name="T2" fmla="*/ 5842 w 5997"/>
                <a:gd name="T3" fmla="*/ 278 h 278"/>
                <a:gd name="T4" fmla="*/ 5842 w 5997"/>
                <a:gd name="T5" fmla="*/ 278 h 278"/>
                <a:gd name="T6" fmla="*/ 5857 w 5997"/>
                <a:gd name="T7" fmla="*/ 276 h 278"/>
                <a:gd name="T8" fmla="*/ 5872 w 5997"/>
                <a:gd name="T9" fmla="*/ 275 h 278"/>
                <a:gd name="T10" fmla="*/ 5887 w 5997"/>
                <a:gd name="T11" fmla="*/ 269 h 278"/>
                <a:gd name="T12" fmla="*/ 5903 w 5997"/>
                <a:gd name="T13" fmla="*/ 264 h 278"/>
                <a:gd name="T14" fmla="*/ 5916 w 5997"/>
                <a:gd name="T15" fmla="*/ 258 h 278"/>
                <a:gd name="T16" fmla="*/ 5928 w 5997"/>
                <a:gd name="T17" fmla="*/ 251 h 278"/>
                <a:gd name="T18" fmla="*/ 5941 w 5997"/>
                <a:gd name="T19" fmla="*/ 241 h 278"/>
                <a:gd name="T20" fmla="*/ 5951 w 5997"/>
                <a:gd name="T21" fmla="*/ 231 h 278"/>
                <a:gd name="T22" fmla="*/ 5962 w 5997"/>
                <a:gd name="T23" fmla="*/ 221 h 278"/>
                <a:gd name="T24" fmla="*/ 5970 w 5997"/>
                <a:gd name="T25" fmla="*/ 209 h 278"/>
                <a:gd name="T26" fmla="*/ 5978 w 5997"/>
                <a:gd name="T27" fmla="*/ 195 h 278"/>
                <a:gd name="T28" fmla="*/ 5985 w 5997"/>
                <a:gd name="T29" fmla="*/ 182 h 278"/>
                <a:gd name="T30" fmla="*/ 5990 w 5997"/>
                <a:gd name="T31" fmla="*/ 167 h 278"/>
                <a:gd name="T32" fmla="*/ 5993 w 5997"/>
                <a:gd name="T33" fmla="*/ 153 h 278"/>
                <a:gd name="T34" fmla="*/ 5997 w 5997"/>
                <a:gd name="T35" fmla="*/ 137 h 278"/>
                <a:gd name="T36" fmla="*/ 5997 w 5997"/>
                <a:gd name="T37" fmla="*/ 121 h 278"/>
                <a:gd name="T38" fmla="*/ 5997 w 5997"/>
                <a:gd name="T39" fmla="*/ 0 h 278"/>
                <a:gd name="T40" fmla="*/ 0 w 5997"/>
                <a:gd name="T41" fmla="*/ 0 h 278"/>
                <a:gd name="T42" fmla="*/ 0 w 5997"/>
                <a:gd name="T43" fmla="*/ 121 h 278"/>
                <a:gd name="T44" fmla="*/ 0 w 5997"/>
                <a:gd name="T45" fmla="*/ 121 h 278"/>
                <a:gd name="T46" fmla="*/ 2 w 5997"/>
                <a:gd name="T47" fmla="*/ 137 h 278"/>
                <a:gd name="T48" fmla="*/ 3 w 5997"/>
                <a:gd name="T49" fmla="*/ 153 h 278"/>
                <a:gd name="T50" fmla="*/ 8 w 5997"/>
                <a:gd name="T51" fmla="*/ 167 h 278"/>
                <a:gd name="T52" fmla="*/ 13 w 5997"/>
                <a:gd name="T53" fmla="*/ 182 h 278"/>
                <a:gd name="T54" fmla="*/ 20 w 5997"/>
                <a:gd name="T55" fmla="*/ 195 h 278"/>
                <a:gd name="T56" fmla="*/ 27 w 5997"/>
                <a:gd name="T57" fmla="*/ 209 h 278"/>
                <a:gd name="T58" fmla="*/ 37 w 5997"/>
                <a:gd name="T59" fmla="*/ 221 h 278"/>
                <a:gd name="T60" fmla="*/ 47 w 5997"/>
                <a:gd name="T61" fmla="*/ 231 h 278"/>
                <a:gd name="T62" fmla="*/ 57 w 5997"/>
                <a:gd name="T63" fmla="*/ 241 h 278"/>
                <a:gd name="T64" fmla="*/ 69 w 5997"/>
                <a:gd name="T65" fmla="*/ 251 h 278"/>
                <a:gd name="T66" fmla="*/ 82 w 5997"/>
                <a:gd name="T67" fmla="*/ 258 h 278"/>
                <a:gd name="T68" fmla="*/ 96 w 5997"/>
                <a:gd name="T69" fmla="*/ 264 h 278"/>
                <a:gd name="T70" fmla="*/ 109 w 5997"/>
                <a:gd name="T71" fmla="*/ 269 h 278"/>
                <a:gd name="T72" fmla="*/ 124 w 5997"/>
                <a:gd name="T73" fmla="*/ 275 h 278"/>
                <a:gd name="T74" fmla="*/ 141 w 5997"/>
                <a:gd name="T75" fmla="*/ 276 h 278"/>
                <a:gd name="T76" fmla="*/ 156 w 5997"/>
                <a:gd name="T77" fmla="*/ 278 h 278"/>
                <a:gd name="T78" fmla="*/ 156 w 5997"/>
                <a:gd name="T79"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997" h="278">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9">
                <a:solidFill>
                  <a:schemeClr val="bg1"/>
                </a:solidFill>
              </a:endParaRPr>
            </a:p>
          </p:txBody>
        </p:sp>
        <p:sp>
          <p:nvSpPr>
            <p:cNvPr id="28" name="Rectangle 14">
              <a:extLst>
                <a:ext uri="{FF2B5EF4-FFF2-40B4-BE49-F238E27FC236}">
                  <a16:creationId xmlns:a16="http://schemas.microsoft.com/office/drawing/2014/main" id="{0184D867-6C0C-3846-AC93-00DF5E814D32}"/>
                </a:ext>
              </a:extLst>
            </p:cNvPr>
            <p:cNvSpPr>
              <a:spLocks noChangeArrowheads="1"/>
            </p:cNvSpPr>
            <p:nvPr/>
          </p:nvSpPr>
          <p:spPr bwMode="auto">
            <a:xfrm>
              <a:off x="4205288" y="533400"/>
              <a:ext cx="8897938" cy="5565775"/>
            </a:xfrm>
            <a:prstGeom prst="rect">
              <a:avLst/>
            </a:prstGeom>
            <a:solidFill>
              <a:srgbClr val="2626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99">
                <a:solidFill>
                  <a:schemeClr val="bg1"/>
                </a:solidFill>
              </a:endParaRPr>
            </a:p>
          </p:txBody>
        </p:sp>
        <p:sp>
          <p:nvSpPr>
            <p:cNvPr id="29" name="Freeform 15">
              <a:extLst>
                <a:ext uri="{FF2B5EF4-FFF2-40B4-BE49-F238E27FC236}">
                  <a16:creationId xmlns:a16="http://schemas.microsoft.com/office/drawing/2014/main" id="{E2B345A1-F36D-3142-A744-463790305310}"/>
                </a:ext>
              </a:extLst>
            </p:cNvPr>
            <p:cNvSpPr>
              <a:spLocks/>
            </p:cNvSpPr>
            <p:nvPr/>
          </p:nvSpPr>
          <p:spPr bwMode="auto">
            <a:xfrm>
              <a:off x="2738438" y="6618288"/>
              <a:ext cx="11828463" cy="239713"/>
            </a:xfrm>
            <a:custGeom>
              <a:avLst/>
              <a:gdLst>
                <a:gd name="T0" fmla="*/ 7451 w 7451"/>
                <a:gd name="T1" fmla="*/ 0 h 151"/>
                <a:gd name="T2" fmla="*/ 4441 w 7451"/>
                <a:gd name="T3" fmla="*/ 1 h 151"/>
                <a:gd name="T4" fmla="*/ 4381 w 7451"/>
                <a:gd name="T5" fmla="*/ 35 h 151"/>
                <a:gd name="T6" fmla="*/ 3097 w 7451"/>
                <a:gd name="T7" fmla="*/ 35 h 151"/>
                <a:gd name="T8" fmla="*/ 3020 w 7451"/>
                <a:gd name="T9" fmla="*/ 1 h 151"/>
                <a:gd name="T10" fmla="*/ 0 w 7451"/>
                <a:gd name="T11" fmla="*/ 0 h 151"/>
                <a:gd name="T12" fmla="*/ 0 w 7451"/>
                <a:gd name="T13" fmla="*/ 35 h 151"/>
                <a:gd name="T14" fmla="*/ 0 w 7451"/>
                <a:gd name="T15" fmla="*/ 35 h 151"/>
                <a:gd name="T16" fmla="*/ 61 w 7451"/>
                <a:gd name="T17" fmla="*/ 53 h 151"/>
                <a:gd name="T18" fmla="*/ 98 w 7451"/>
                <a:gd name="T19" fmla="*/ 65 h 151"/>
                <a:gd name="T20" fmla="*/ 140 w 7451"/>
                <a:gd name="T21" fmla="*/ 75 h 151"/>
                <a:gd name="T22" fmla="*/ 140 w 7451"/>
                <a:gd name="T23" fmla="*/ 75 h 151"/>
                <a:gd name="T24" fmla="*/ 168 w 7451"/>
                <a:gd name="T25" fmla="*/ 82 h 151"/>
                <a:gd name="T26" fmla="*/ 216 w 7451"/>
                <a:gd name="T27" fmla="*/ 90 h 151"/>
                <a:gd name="T28" fmla="*/ 286 w 7451"/>
                <a:gd name="T29" fmla="*/ 102 h 151"/>
                <a:gd name="T30" fmla="*/ 384 w 7451"/>
                <a:gd name="T31" fmla="*/ 114 h 151"/>
                <a:gd name="T32" fmla="*/ 384 w 7451"/>
                <a:gd name="T33" fmla="*/ 114 h 151"/>
                <a:gd name="T34" fmla="*/ 438 w 7451"/>
                <a:gd name="T35" fmla="*/ 121 h 151"/>
                <a:gd name="T36" fmla="*/ 510 w 7451"/>
                <a:gd name="T37" fmla="*/ 127 h 151"/>
                <a:gd name="T38" fmla="*/ 601 w 7451"/>
                <a:gd name="T39" fmla="*/ 134 h 151"/>
                <a:gd name="T40" fmla="*/ 707 w 7451"/>
                <a:gd name="T41" fmla="*/ 141 h 151"/>
                <a:gd name="T42" fmla="*/ 707 w 7451"/>
                <a:gd name="T43" fmla="*/ 141 h 151"/>
                <a:gd name="T44" fmla="*/ 838 w 7451"/>
                <a:gd name="T45" fmla="*/ 146 h 151"/>
                <a:gd name="T46" fmla="*/ 924 w 7451"/>
                <a:gd name="T47" fmla="*/ 148 h 151"/>
                <a:gd name="T48" fmla="*/ 924 w 7451"/>
                <a:gd name="T49" fmla="*/ 148 h 151"/>
                <a:gd name="T50" fmla="*/ 1195 w 7451"/>
                <a:gd name="T51" fmla="*/ 149 h 151"/>
                <a:gd name="T52" fmla="*/ 1718 w 7451"/>
                <a:gd name="T53" fmla="*/ 151 h 151"/>
                <a:gd name="T54" fmla="*/ 3188 w 7451"/>
                <a:gd name="T55" fmla="*/ 151 h 151"/>
                <a:gd name="T56" fmla="*/ 5479 w 7451"/>
                <a:gd name="T57" fmla="*/ 149 h 151"/>
                <a:gd name="T58" fmla="*/ 5479 w 7451"/>
                <a:gd name="T59" fmla="*/ 149 h 151"/>
                <a:gd name="T60" fmla="*/ 5921 w 7451"/>
                <a:gd name="T61" fmla="*/ 151 h 151"/>
                <a:gd name="T62" fmla="*/ 6244 w 7451"/>
                <a:gd name="T63" fmla="*/ 151 h 151"/>
                <a:gd name="T64" fmla="*/ 6529 w 7451"/>
                <a:gd name="T65" fmla="*/ 148 h 151"/>
                <a:gd name="T66" fmla="*/ 6529 w 7451"/>
                <a:gd name="T67" fmla="*/ 148 h 151"/>
                <a:gd name="T68" fmla="*/ 6613 w 7451"/>
                <a:gd name="T69" fmla="*/ 146 h 151"/>
                <a:gd name="T70" fmla="*/ 6744 w 7451"/>
                <a:gd name="T71" fmla="*/ 141 h 151"/>
                <a:gd name="T72" fmla="*/ 6744 w 7451"/>
                <a:gd name="T73" fmla="*/ 141 h 151"/>
                <a:gd name="T74" fmla="*/ 6852 w 7451"/>
                <a:gd name="T75" fmla="*/ 134 h 151"/>
                <a:gd name="T76" fmla="*/ 6941 w 7451"/>
                <a:gd name="T77" fmla="*/ 127 h 151"/>
                <a:gd name="T78" fmla="*/ 7015 w 7451"/>
                <a:gd name="T79" fmla="*/ 121 h 151"/>
                <a:gd name="T80" fmla="*/ 7069 w 7451"/>
                <a:gd name="T81" fmla="*/ 114 h 151"/>
                <a:gd name="T82" fmla="*/ 7069 w 7451"/>
                <a:gd name="T83" fmla="*/ 114 h 151"/>
                <a:gd name="T84" fmla="*/ 7166 w 7451"/>
                <a:gd name="T85" fmla="*/ 102 h 151"/>
                <a:gd name="T86" fmla="*/ 7237 w 7451"/>
                <a:gd name="T87" fmla="*/ 90 h 151"/>
                <a:gd name="T88" fmla="*/ 7284 w 7451"/>
                <a:gd name="T89" fmla="*/ 82 h 151"/>
                <a:gd name="T90" fmla="*/ 7313 w 7451"/>
                <a:gd name="T91" fmla="*/ 75 h 151"/>
                <a:gd name="T92" fmla="*/ 7313 w 7451"/>
                <a:gd name="T93" fmla="*/ 75 h 151"/>
                <a:gd name="T94" fmla="*/ 7353 w 7451"/>
                <a:gd name="T95" fmla="*/ 65 h 151"/>
                <a:gd name="T96" fmla="*/ 7390 w 7451"/>
                <a:gd name="T97" fmla="*/ 53 h 151"/>
                <a:gd name="T98" fmla="*/ 7451 w 7451"/>
                <a:gd name="T99" fmla="*/ 35 h 151"/>
                <a:gd name="T100" fmla="*/ 7451 w 7451"/>
                <a:gd name="T101"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51" h="151">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a:effectLst>
              <a:innerShdw blurRad="114300">
                <a:prstClr val="black">
                  <a:alpha val="70000"/>
                </a:prstClr>
              </a:inn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9">
                <a:solidFill>
                  <a:schemeClr val="bg1"/>
                </a:solidFill>
              </a:endParaRPr>
            </a:p>
          </p:txBody>
        </p:sp>
        <p:sp>
          <p:nvSpPr>
            <p:cNvPr id="30" name="Freeform 16">
              <a:extLst>
                <a:ext uri="{FF2B5EF4-FFF2-40B4-BE49-F238E27FC236}">
                  <a16:creationId xmlns:a16="http://schemas.microsoft.com/office/drawing/2014/main" id="{55E7F912-9C90-8843-9F07-B7E5039419A5}"/>
                </a:ext>
              </a:extLst>
            </p:cNvPr>
            <p:cNvSpPr>
              <a:spLocks/>
            </p:cNvSpPr>
            <p:nvPr/>
          </p:nvSpPr>
          <p:spPr bwMode="auto">
            <a:xfrm>
              <a:off x="2738438" y="6618288"/>
              <a:ext cx="11828463" cy="55563"/>
            </a:xfrm>
            <a:custGeom>
              <a:avLst/>
              <a:gdLst>
                <a:gd name="T0" fmla="*/ 7451 w 7451"/>
                <a:gd name="T1" fmla="*/ 35 h 35"/>
                <a:gd name="T2" fmla="*/ 0 w 7451"/>
                <a:gd name="T3" fmla="*/ 35 h 35"/>
                <a:gd name="T4" fmla="*/ 0 w 7451"/>
                <a:gd name="T5" fmla="*/ 0 h 35"/>
                <a:gd name="T6" fmla="*/ 3020 w 7451"/>
                <a:gd name="T7" fmla="*/ 0 h 35"/>
                <a:gd name="T8" fmla="*/ 3047 w 7451"/>
                <a:gd name="T9" fmla="*/ 18 h 35"/>
                <a:gd name="T10" fmla="*/ 4413 w 7451"/>
                <a:gd name="T11" fmla="*/ 18 h 35"/>
                <a:gd name="T12" fmla="*/ 4441 w 7451"/>
                <a:gd name="T13" fmla="*/ 0 h 35"/>
                <a:gd name="T14" fmla="*/ 7451 w 7451"/>
                <a:gd name="T15" fmla="*/ 0 h 35"/>
                <a:gd name="T16" fmla="*/ 7451 w 7451"/>
                <a:gd name="T17" fmla="*/ 35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51" h="35">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gs>
                <a:gs pos="9000">
                  <a:srgbClr val="DFE0E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9">
                <a:solidFill>
                  <a:schemeClr val="bg1"/>
                </a:solidFill>
              </a:endParaRPr>
            </a:p>
          </p:txBody>
        </p:sp>
        <p:sp>
          <p:nvSpPr>
            <p:cNvPr id="31" name="Freeform 17">
              <a:extLst>
                <a:ext uri="{FF2B5EF4-FFF2-40B4-BE49-F238E27FC236}">
                  <a16:creationId xmlns:a16="http://schemas.microsoft.com/office/drawing/2014/main" id="{5CBB213A-1242-6245-A866-7E421F634D4B}"/>
                </a:ext>
              </a:extLst>
            </p:cNvPr>
            <p:cNvSpPr>
              <a:spLocks/>
            </p:cNvSpPr>
            <p:nvPr/>
          </p:nvSpPr>
          <p:spPr bwMode="auto">
            <a:xfrm>
              <a:off x="7524750" y="6619875"/>
              <a:ext cx="2255838" cy="90488"/>
            </a:xfrm>
            <a:custGeom>
              <a:avLst/>
              <a:gdLst>
                <a:gd name="T0" fmla="*/ 1389 w 1421"/>
                <a:gd name="T1" fmla="*/ 2 h 57"/>
                <a:gd name="T2" fmla="*/ 32 w 1421"/>
                <a:gd name="T3" fmla="*/ 2 h 57"/>
                <a:gd name="T4" fmla="*/ 32 w 1421"/>
                <a:gd name="T5" fmla="*/ 2 h 57"/>
                <a:gd name="T6" fmla="*/ 17 w 1421"/>
                <a:gd name="T7" fmla="*/ 2 h 57"/>
                <a:gd name="T8" fmla="*/ 0 w 1421"/>
                <a:gd name="T9" fmla="*/ 0 h 57"/>
                <a:gd name="T10" fmla="*/ 0 w 1421"/>
                <a:gd name="T11" fmla="*/ 34 h 57"/>
                <a:gd name="T12" fmla="*/ 0 w 1421"/>
                <a:gd name="T13" fmla="*/ 34 h 57"/>
                <a:gd name="T14" fmla="*/ 20 w 1421"/>
                <a:gd name="T15" fmla="*/ 44 h 57"/>
                <a:gd name="T16" fmla="*/ 42 w 1421"/>
                <a:gd name="T17" fmla="*/ 51 h 57"/>
                <a:gd name="T18" fmla="*/ 64 w 1421"/>
                <a:gd name="T19" fmla="*/ 56 h 57"/>
                <a:gd name="T20" fmla="*/ 85 w 1421"/>
                <a:gd name="T21" fmla="*/ 57 h 57"/>
                <a:gd name="T22" fmla="*/ 1337 w 1421"/>
                <a:gd name="T23" fmla="*/ 57 h 57"/>
                <a:gd name="T24" fmla="*/ 1337 w 1421"/>
                <a:gd name="T25" fmla="*/ 57 h 57"/>
                <a:gd name="T26" fmla="*/ 1359 w 1421"/>
                <a:gd name="T27" fmla="*/ 56 h 57"/>
                <a:gd name="T28" fmla="*/ 1381 w 1421"/>
                <a:gd name="T29" fmla="*/ 51 h 57"/>
                <a:gd name="T30" fmla="*/ 1401 w 1421"/>
                <a:gd name="T31" fmla="*/ 44 h 57"/>
                <a:gd name="T32" fmla="*/ 1421 w 1421"/>
                <a:gd name="T33" fmla="*/ 34 h 57"/>
                <a:gd name="T34" fmla="*/ 1421 w 1421"/>
                <a:gd name="T35" fmla="*/ 0 h 57"/>
                <a:gd name="T36" fmla="*/ 1421 w 1421"/>
                <a:gd name="T37" fmla="*/ 0 h 57"/>
                <a:gd name="T38" fmla="*/ 1406 w 1421"/>
                <a:gd name="T39" fmla="*/ 2 h 57"/>
                <a:gd name="T40" fmla="*/ 1389 w 1421"/>
                <a:gd name="T41" fmla="*/ 2 h 57"/>
                <a:gd name="T42" fmla="*/ 1389 w 1421"/>
                <a:gd name="T43"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21" h="57">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96999A">
                    <a:lumMod val="70000"/>
                  </a:srgbClr>
                </a:gs>
                <a:gs pos="3000">
                  <a:srgbClr val="96999A"/>
                </a:gs>
                <a:gs pos="100000">
                  <a:srgbClr val="96999A">
                    <a:lumMod val="70000"/>
                  </a:srgbClr>
                </a:gs>
                <a:gs pos="97000">
                  <a:srgbClr val="96999A"/>
                </a:gs>
                <a:gs pos="91000">
                  <a:srgbClr val="DFE0E1">
                    <a:lumMod val="95000"/>
                  </a:srgbClr>
                </a:gs>
                <a:gs pos="9000">
                  <a:srgbClr val="DFE0E1">
                    <a:lumMod val="95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99">
                <a:solidFill>
                  <a:schemeClr val="bg1"/>
                </a:solidFill>
              </a:endParaRPr>
            </a:p>
          </p:txBody>
        </p:sp>
      </p:grpSp>
      <p:sp>
        <p:nvSpPr>
          <p:cNvPr id="33" name="TextBox 32">
            <a:extLst>
              <a:ext uri="{FF2B5EF4-FFF2-40B4-BE49-F238E27FC236}">
                <a16:creationId xmlns:a16="http://schemas.microsoft.com/office/drawing/2014/main" id="{E32095D1-B710-7E4F-99CA-CB389FB2BC21}"/>
              </a:ext>
            </a:extLst>
          </p:cNvPr>
          <p:cNvSpPr txBox="1"/>
          <p:nvPr userDrawn="1"/>
        </p:nvSpPr>
        <p:spPr>
          <a:xfrm>
            <a:off x="8834591" y="6354531"/>
            <a:ext cx="2896947" cy="169277"/>
          </a:xfrm>
          <a:prstGeom prst="rect">
            <a:avLst/>
          </a:prstGeom>
          <a:noFill/>
        </p:spPr>
        <p:txBody>
          <a:bodyPr wrap="none" lIns="91416" tIns="45708" rIns="91416" bIns="45708" rtlCol="0" anchor="t">
            <a:spAutoFit/>
          </a:bodyPr>
          <a:lstStyle/>
          <a:p>
            <a:r>
              <a:rPr lang="en-US" sz="500" spc="300">
                <a:solidFill>
                  <a:srgbClr val="A6A6A6"/>
                </a:solidFill>
                <a:latin typeface="Arial" panose="020B0604020202020204"/>
              </a:rPr>
              <a:t>2025 WIND RIVER, ALL RIGHTS RESERVED</a:t>
            </a:r>
          </a:p>
        </p:txBody>
      </p:sp>
      <p:sp>
        <p:nvSpPr>
          <p:cNvPr id="35" name="Rectangle 34">
            <a:extLst>
              <a:ext uri="{FF2B5EF4-FFF2-40B4-BE49-F238E27FC236}">
                <a16:creationId xmlns:a16="http://schemas.microsoft.com/office/drawing/2014/main" id="{7D38201E-5856-6143-8155-8C6D508B56B4}"/>
              </a:ext>
            </a:extLst>
          </p:cNvPr>
          <p:cNvSpPr/>
          <p:nvPr userDrawn="1"/>
        </p:nvSpPr>
        <p:spPr>
          <a:xfrm>
            <a:off x="5488092" y="8418862"/>
            <a:ext cx="6092825" cy="612284"/>
          </a:xfrm>
          <a:prstGeom prst="rect">
            <a:avLst/>
          </a:prstGeom>
        </p:spPr>
        <p:txBody>
          <a:bodyPr>
            <a:spAutoFit/>
          </a:bodyPr>
          <a:lstStyle/>
          <a:p>
            <a:pPr>
              <a:lnSpc>
                <a:spcPts val="1400"/>
              </a:lnSpc>
            </a:pPr>
            <a:r>
              <a:rPr lang="en-US" sz="900" b="1">
                <a:solidFill>
                  <a:schemeClr val="bg1"/>
                </a:solidFill>
              </a:rPr>
              <a:t>TIP</a:t>
            </a:r>
            <a:r>
              <a:rPr lang="en-US" sz="900">
                <a:solidFill>
                  <a:schemeClr val="bg1"/>
                </a:solidFill>
              </a:rPr>
              <a:t>: WHEN PUTTING YOUR SCREEN SHOT INTO THE LAPTOP SCREEN, USE AN “INNER SHADOW” EFFECT TO ADD DEPTH AND A MORE REALISTIC LOOK. CLICK ON THE IMAGE TO MANAGE IT, THEN SELECT PICTURE FORMAT/PICTURE EFFECTS/SHADOW/INNER CENTER. </a:t>
            </a:r>
          </a:p>
        </p:txBody>
      </p:sp>
      <p:pic>
        <p:nvPicPr>
          <p:cNvPr id="38" name="Picture 37" descr="A picture containing drawing, light&#10;&#10;Description automatically generated">
            <a:extLst>
              <a:ext uri="{FF2B5EF4-FFF2-40B4-BE49-F238E27FC236}">
                <a16:creationId xmlns:a16="http://schemas.microsoft.com/office/drawing/2014/main" id="{542FC743-333C-FA46-A7EE-58DFB1D93C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1999" y="6392508"/>
            <a:ext cx="1089974" cy="247681"/>
          </a:xfrm>
          <a:prstGeom prst="rect">
            <a:avLst/>
          </a:prstGeom>
        </p:spPr>
      </p:pic>
      <p:sp>
        <p:nvSpPr>
          <p:cNvPr id="24" name="Text Placeholder 4">
            <a:extLst>
              <a:ext uri="{FF2B5EF4-FFF2-40B4-BE49-F238E27FC236}">
                <a16:creationId xmlns:a16="http://schemas.microsoft.com/office/drawing/2014/main" id="{351B3DE9-1264-4474-882A-DBEE6D550017}"/>
              </a:ext>
            </a:extLst>
          </p:cNvPr>
          <p:cNvSpPr>
            <a:spLocks noGrp="1"/>
          </p:cNvSpPr>
          <p:nvPr>
            <p:ph type="body" sz="quarter" idx="16" hasCustomPrompt="1"/>
          </p:nvPr>
        </p:nvSpPr>
        <p:spPr>
          <a:xfrm rot="16200000">
            <a:off x="-731383" y="898361"/>
            <a:ext cx="2241785" cy="221261"/>
          </a:xfrm>
          <a:prstGeom prst="rect">
            <a:avLst/>
          </a:prstGeom>
        </p:spPr>
        <p:txBody>
          <a:bodyPr lIns="0" tIns="0" rIns="0" bIns="0">
            <a:normAutofit/>
          </a:bodyPr>
          <a:lstStyle>
            <a:lvl1pPr marL="0" indent="0" algn="ctr">
              <a:buNone/>
              <a:defRPr sz="900" spc="300">
                <a:solidFill>
                  <a:srgbClr val="A6A6A6"/>
                </a:solidFill>
                <a:latin typeface="Arial" panose="020B0604020202020204" pitchFamily="34" charset="0"/>
                <a:cs typeface="Arial" panose="020B0604020202020204" pitchFamily="34" charset="0"/>
              </a:defRPr>
            </a:lvl1pPr>
          </a:lstStyle>
          <a:p>
            <a:pPr lvl="0"/>
            <a:r>
              <a:rPr lang="en-GB"/>
              <a:t>OPTIONAL TAG</a:t>
            </a:r>
          </a:p>
        </p:txBody>
      </p:sp>
      <p:sp>
        <p:nvSpPr>
          <p:cNvPr id="32" name="Picture Placeholder 2">
            <a:extLst>
              <a:ext uri="{FF2B5EF4-FFF2-40B4-BE49-F238E27FC236}">
                <a16:creationId xmlns:a16="http://schemas.microsoft.com/office/drawing/2014/main" id="{44465314-9F9C-4308-B25A-14365A8848A2}"/>
              </a:ext>
            </a:extLst>
          </p:cNvPr>
          <p:cNvSpPr>
            <a:spLocks noGrp="1"/>
          </p:cNvSpPr>
          <p:nvPr>
            <p:ph type="pic" sz="quarter" idx="18"/>
          </p:nvPr>
        </p:nvSpPr>
        <p:spPr>
          <a:xfrm>
            <a:off x="6422940" y="1839914"/>
            <a:ext cx="4826330" cy="3044825"/>
          </a:xfrm>
          <a:prstGeom prst="rect">
            <a:avLst/>
          </a:prstGeom>
        </p:spPr>
        <p:txBody>
          <a:bodyPr anchor="ctr">
            <a:normAutofit/>
          </a:bodyPr>
          <a:lstStyle>
            <a:lvl1pPr algn="ctr">
              <a:buNone/>
              <a:defRPr sz="1400">
                <a:solidFill>
                  <a:schemeClr val="bg1"/>
                </a:solidFill>
              </a:defRPr>
            </a:lvl1pPr>
          </a:lstStyle>
          <a:p>
            <a:r>
              <a:rPr lang="en-GB"/>
              <a:t>Click icon to add picture</a:t>
            </a:r>
          </a:p>
        </p:txBody>
      </p:sp>
    </p:spTree>
    <p:extLst>
      <p:ext uri="{BB962C8B-B14F-4D97-AF65-F5344CB8AC3E}">
        <p14:creationId xmlns:p14="http://schemas.microsoft.com/office/powerpoint/2010/main" val="10905255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9">
          <p15:clr>
            <a:srgbClr val="FBAE40"/>
          </p15:clr>
        </p15:guide>
        <p15:guide id="2" orient="horz" pos="2160">
          <p15:clr>
            <a:srgbClr val="FBAE40"/>
          </p15:clr>
        </p15:guide>
        <p15:guide id="3" orient="horz" pos="300">
          <p15:clr>
            <a:srgbClr val="FBAE40"/>
          </p15:clr>
        </p15:guide>
        <p15:guide id="4" pos="7377">
          <p15:clr>
            <a:srgbClr val="FBAE40"/>
          </p15:clr>
        </p15:guide>
        <p15:guide id="5" pos="301">
          <p15:clr>
            <a:srgbClr val="FBAE40"/>
          </p15:clr>
        </p15:guide>
        <p15:guide id="6" orient="horz" pos="40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s and Graphs">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74D4E532-2A5A-DD4B-A18E-688BB5408C0D}"/>
              </a:ext>
            </a:extLst>
          </p:cNvPr>
          <p:cNvCxnSpPr/>
          <p:nvPr userDrawn="1"/>
        </p:nvCxnSpPr>
        <p:spPr>
          <a:xfrm>
            <a:off x="469958" y="3432325"/>
            <a:ext cx="5624456" cy="0"/>
          </a:xfrm>
          <a:prstGeom prst="line">
            <a:avLst/>
          </a:prstGeom>
          <a:ln w="25400">
            <a:solidFill>
              <a:srgbClr val="30E4D0"/>
            </a:solidFill>
          </a:ln>
        </p:spPr>
        <p:style>
          <a:lnRef idx="1">
            <a:schemeClr val="accent1"/>
          </a:lnRef>
          <a:fillRef idx="0">
            <a:schemeClr val="accent1"/>
          </a:fillRef>
          <a:effectRef idx="0">
            <a:schemeClr val="accent1"/>
          </a:effectRef>
          <a:fontRef idx="minor">
            <a:schemeClr val="tx1"/>
          </a:fontRef>
        </p:style>
      </p:cxnSp>
      <p:sp>
        <p:nvSpPr>
          <p:cNvPr id="48" name="Text Placeholder 2">
            <a:extLst>
              <a:ext uri="{FF2B5EF4-FFF2-40B4-BE49-F238E27FC236}">
                <a16:creationId xmlns:a16="http://schemas.microsoft.com/office/drawing/2014/main" id="{FAA5C472-29C4-B746-81D0-DAAE2A3E58F0}"/>
              </a:ext>
            </a:extLst>
          </p:cNvPr>
          <p:cNvSpPr>
            <a:spLocks noGrp="1"/>
          </p:cNvSpPr>
          <p:nvPr>
            <p:ph type="body" sz="quarter" idx="14" hasCustomPrompt="1"/>
          </p:nvPr>
        </p:nvSpPr>
        <p:spPr>
          <a:xfrm>
            <a:off x="569503" y="2219098"/>
            <a:ext cx="5123066" cy="1106219"/>
          </a:xfrm>
          <a:prstGeom prst="rect">
            <a:avLst/>
          </a:prstGeom>
        </p:spPr>
        <p:txBody>
          <a:bodyPr lIns="0" tIns="0" rIns="0" bIns="0" anchor="b" anchorCtr="0">
            <a:noAutofit/>
          </a:bodyPr>
          <a:lstStyle>
            <a:lvl1pPr marL="0" indent="0">
              <a:lnSpc>
                <a:spcPct val="80000"/>
              </a:lnSpc>
              <a:spcBef>
                <a:spcPts val="0"/>
              </a:spcBef>
              <a:buNone/>
              <a:defRPr sz="3199"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HANDCRAFTED</a:t>
            </a:r>
          </a:p>
          <a:p>
            <a:pPr lvl="0"/>
            <a:r>
              <a:rPr lang="en-GB"/>
              <a:t>CHARTS AND GRAPHS</a:t>
            </a:r>
          </a:p>
          <a:p>
            <a:pPr lvl="0"/>
            <a:r>
              <a:rPr lang="en-GB"/>
              <a:t>(THREE LINES MAX HERE)</a:t>
            </a:r>
          </a:p>
        </p:txBody>
      </p:sp>
      <p:sp>
        <p:nvSpPr>
          <p:cNvPr id="14" name="Text Placeholder 2">
            <a:extLst>
              <a:ext uri="{FF2B5EF4-FFF2-40B4-BE49-F238E27FC236}">
                <a16:creationId xmlns:a16="http://schemas.microsoft.com/office/drawing/2014/main" id="{F5236E0A-EBE8-1C41-9B66-3B31F2CA2697}"/>
              </a:ext>
            </a:extLst>
          </p:cNvPr>
          <p:cNvSpPr>
            <a:spLocks noGrp="1"/>
          </p:cNvSpPr>
          <p:nvPr>
            <p:ph type="body" sz="quarter" idx="17" hasCustomPrompt="1"/>
          </p:nvPr>
        </p:nvSpPr>
        <p:spPr>
          <a:xfrm>
            <a:off x="551033" y="3613639"/>
            <a:ext cx="5141535" cy="2249648"/>
          </a:xfrm>
          <a:prstGeom prst="rect">
            <a:avLst/>
          </a:prstGeom>
        </p:spPr>
        <p:txBody>
          <a:bodyPr lIns="0" tIns="0" rIns="0" bIns="0" anchor="t" anchorCtr="0">
            <a:noAutofit/>
          </a:bodyPr>
          <a:lstStyle>
            <a:lvl1pPr marL="0" indent="0">
              <a:lnSpc>
                <a:spcPct val="80000"/>
              </a:lnSpc>
              <a:spcBef>
                <a:spcPts val="0"/>
              </a:spcBef>
              <a:buNone/>
              <a:defRPr sz="1400" b="0" spc="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Description here</a:t>
            </a:r>
          </a:p>
        </p:txBody>
      </p:sp>
      <p:sp>
        <p:nvSpPr>
          <p:cNvPr id="32" name="Text Placeholder 2">
            <a:extLst>
              <a:ext uri="{FF2B5EF4-FFF2-40B4-BE49-F238E27FC236}">
                <a16:creationId xmlns:a16="http://schemas.microsoft.com/office/drawing/2014/main" id="{7B0FD988-4D68-7B43-94AE-094D5886B1ED}"/>
              </a:ext>
            </a:extLst>
          </p:cNvPr>
          <p:cNvSpPr>
            <a:spLocks noGrp="1"/>
          </p:cNvSpPr>
          <p:nvPr>
            <p:ph type="body" sz="quarter" idx="18" hasCustomPrompt="1"/>
          </p:nvPr>
        </p:nvSpPr>
        <p:spPr>
          <a:xfrm>
            <a:off x="551033" y="6123855"/>
            <a:ext cx="5141535" cy="230675"/>
          </a:xfrm>
          <a:prstGeom prst="rect">
            <a:avLst/>
          </a:prstGeom>
        </p:spPr>
        <p:txBody>
          <a:bodyPr lIns="0" tIns="0" rIns="0" bIns="0" anchor="t" anchorCtr="0">
            <a:noAutofit/>
          </a:bodyPr>
          <a:lstStyle>
            <a:lvl1pPr marL="0" indent="0">
              <a:lnSpc>
                <a:spcPct val="80000"/>
              </a:lnSpc>
              <a:spcBef>
                <a:spcPts val="0"/>
              </a:spcBef>
              <a:buNone/>
              <a:defRPr sz="900" b="0" spc="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Citation: If you need to cite a 3rd part publication for your statistic or fact, do so here.</a:t>
            </a:r>
          </a:p>
        </p:txBody>
      </p:sp>
      <p:pic>
        <p:nvPicPr>
          <p:cNvPr id="16" name="Picture 15" descr="A picture containing drawing, light&#10;&#10;Description automatically generated">
            <a:extLst>
              <a:ext uri="{FF2B5EF4-FFF2-40B4-BE49-F238E27FC236}">
                <a16:creationId xmlns:a16="http://schemas.microsoft.com/office/drawing/2014/main" id="{9902E905-0C88-4144-A53A-A0071392D64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1999" y="6392508"/>
            <a:ext cx="1089974" cy="247681"/>
          </a:xfrm>
          <a:prstGeom prst="rect">
            <a:avLst/>
          </a:prstGeom>
        </p:spPr>
      </p:pic>
      <p:sp>
        <p:nvSpPr>
          <p:cNvPr id="17" name="TextBox 16">
            <a:extLst>
              <a:ext uri="{FF2B5EF4-FFF2-40B4-BE49-F238E27FC236}">
                <a16:creationId xmlns:a16="http://schemas.microsoft.com/office/drawing/2014/main" id="{3FA572E5-BCD8-5345-956B-0707772B7A10}"/>
              </a:ext>
            </a:extLst>
          </p:cNvPr>
          <p:cNvSpPr txBox="1"/>
          <p:nvPr userDrawn="1"/>
        </p:nvSpPr>
        <p:spPr>
          <a:xfrm>
            <a:off x="8834591" y="6354531"/>
            <a:ext cx="2896947" cy="169277"/>
          </a:xfrm>
          <a:prstGeom prst="rect">
            <a:avLst/>
          </a:prstGeom>
          <a:noFill/>
        </p:spPr>
        <p:txBody>
          <a:bodyPr wrap="none" lIns="91416" tIns="45708" rIns="91416" bIns="45708" rtlCol="0" anchor="t">
            <a:spAutoFit/>
          </a:bodyPr>
          <a:lstStyle/>
          <a:p>
            <a:r>
              <a:rPr lang="en-US" sz="500" spc="300">
                <a:solidFill>
                  <a:srgbClr val="A6A6A6"/>
                </a:solidFill>
                <a:latin typeface="Arial" panose="020B0604020202020204"/>
              </a:rPr>
              <a:t>2025 WIND RIVER, ALL RIGHTS RESERVED</a:t>
            </a:r>
          </a:p>
        </p:txBody>
      </p:sp>
      <p:sp>
        <p:nvSpPr>
          <p:cNvPr id="13" name="Text Placeholder 4">
            <a:extLst>
              <a:ext uri="{FF2B5EF4-FFF2-40B4-BE49-F238E27FC236}">
                <a16:creationId xmlns:a16="http://schemas.microsoft.com/office/drawing/2014/main" id="{2967E41A-D4F9-44C1-AF86-D7E4F13201EF}"/>
              </a:ext>
            </a:extLst>
          </p:cNvPr>
          <p:cNvSpPr>
            <a:spLocks noGrp="1"/>
          </p:cNvSpPr>
          <p:nvPr>
            <p:ph type="body" sz="quarter" idx="16" hasCustomPrompt="1"/>
          </p:nvPr>
        </p:nvSpPr>
        <p:spPr>
          <a:xfrm rot="16200000">
            <a:off x="-731383" y="898361"/>
            <a:ext cx="2241785" cy="221261"/>
          </a:xfrm>
          <a:prstGeom prst="rect">
            <a:avLst/>
          </a:prstGeom>
        </p:spPr>
        <p:txBody>
          <a:bodyPr lIns="0" tIns="0" rIns="0" bIns="0">
            <a:normAutofit/>
          </a:bodyPr>
          <a:lstStyle>
            <a:lvl1pPr marL="0" indent="0" algn="ctr">
              <a:buNone/>
              <a:defRPr sz="900" spc="300">
                <a:solidFill>
                  <a:srgbClr val="A6A6A6"/>
                </a:solidFill>
                <a:latin typeface="Arial" panose="020B0604020202020204" pitchFamily="34" charset="0"/>
                <a:cs typeface="Arial" panose="020B0604020202020204" pitchFamily="34" charset="0"/>
              </a:defRPr>
            </a:lvl1pPr>
          </a:lstStyle>
          <a:p>
            <a:pPr lvl="0"/>
            <a:r>
              <a:rPr lang="en-GB"/>
              <a:t>OPTIONAL TAG</a:t>
            </a:r>
          </a:p>
        </p:txBody>
      </p:sp>
    </p:spTree>
    <p:extLst>
      <p:ext uri="{BB962C8B-B14F-4D97-AF65-F5344CB8AC3E}">
        <p14:creationId xmlns:p14="http://schemas.microsoft.com/office/powerpoint/2010/main" val="16958800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9">
          <p15:clr>
            <a:srgbClr val="FBAE40"/>
          </p15:clr>
        </p15:guide>
        <p15:guide id="2" orient="horz" pos="2160">
          <p15:clr>
            <a:srgbClr val="FBAE40"/>
          </p15:clr>
        </p15:guide>
        <p15:guide id="3" orient="horz" pos="300">
          <p15:clr>
            <a:srgbClr val="FBAE40"/>
          </p15:clr>
        </p15:guide>
        <p15:guide id="4" pos="7377">
          <p15:clr>
            <a:srgbClr val="FBAE40"/>
          </p15:clr>
        </p15:guide>
        <p15:guide id="5" pos="301">
          <p15:clr>
            <a:srgbClr val="FBAE40"/>
          </p15:clr>
        </p15:guide>
        <p15:guide id="6" orient="horz" pos="40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0/50 layout with graph element at right">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74D4E532-2A5A-DD4B-A18E-688BB5408C0D}"/>
              </a:ext>
            </a:extLst>
          </p:cNvPr>
          <p:cNvCxnSpPr/>
          <p:nvPr userDrawn="1"/>
        </p:nvCxnSpPr>
        <p:spPr>
          <a:xfrm>
            <a:off x="469958" y="3432325"/>
            <a:ext cx="5624456" cy="0"/>
          </a:xfrm>
          <a:prstGeom prst="line">
            <a:avLst/>
          </a:prstGeom>
          <a:ln w="25400">
            <a:solidFill>
              <a:srgbClr val="30E4D0"/>
            </a:solidFill>
          </a:ln>
        </p:spPr>
        <p:style>
          <a:lnRef idx="1">
            <a:schemeClr val="accent1"/>
          </a:lnRef>
          <a:fillRef idx="0">
            <a:schemeClr val="accent1"/>
          </a:fillRef>
          <a:effectRef idx="0">
            <a:schemeClr val="accent1"/>
          </a:effectRef>
          <a:fontRef idx="minor">
            <a:schemeClr val="tx1"/>
          </a:fontRef>
        </p:style>
      </p:cxnSp>
      <p:sp>
        <p:nvSpPr>
          <p:cNvPr id="48" name="Text Placeholder 2">
            <a:extLst>
              <a:ext uri="{FF2B5EF4-FFF2-40B4-BE49-F238E27FC236}">
                <a16:creationId xmlns:a16="http://schemas.microsoft.com/office/drawing/2014/main" id="{FAA5C472-29C4-B746-81D0-DAAE2A3E58F0}"/>
              </a:ext>
            </a:extLst>
          </p:cNvPr>
          <p:cNvSpPr>
            <a:spLocks noGrp="1"/>
          </p:cNvSpPr>
          <p:nvPr>
            <p:ph type="body" sz="quarter" idx="14" hasCustomPrompt="1"/>
          </p:nvPr>
        </p:nvSpPr>
        <p:spPr>
          <a:xfrm>
            <a:off x="569503" y="2219098"/>
            <a:ext cx="5123066" cy="1106219"/>
          </a:xfrm>
          <a:prstGeom prst="rect">
            <a:avLst/>
          </a:prstGeom>
        </p:spPr>
        <p:txBody>
          <a:bodyPr lIns="0" tIns="0" rIns="0" bIns="0" anchor="b" anchorCtr="0">
            <a:noAutofit/>
          </a:bodyPr>
          <a:lstStyle>
            <a:lvl1pPr marL="0" indent="0">
              <a:lnSpc>
                <a:spcPct val="80000"/>
              </a:lnSpc>
              <a:spcBef>
                <a:spcPts val="0"/>
              </a:spcBef>
              <a:buNone/>
              <a:defRPr sz="3199"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HANDCRAFTED</a:t>
            </a:r>
          </a:p>
          <a:p>
            <a:pPr lvl="0"/>
            <a:r>
              <a:rPr lang="en-GB"/>
              <a:t>CHARTS AND GRAPHS</a:t>
            </a:r>
          </a:p>
          <a:p>
            <a:pPr lvl="0"/>
            <a:r>
              <a:rPr lang="en-GB"/>
              <a:t>(THREE LINES MAX HERE)</a:t>
            </a:r>
          </a:p>
        </p:txBody>
      </p:sp>
      <p:sp>
        <p:nvSpPr>
          <p:cNvPr id="14" name="Text Placeholder 2">
            <a:extLst>
              <a:ext uri="{FF2B5EF4-FFF2-40B4-BE49-F238E27FC236}">
                <a16:creationId xmlns:a16="http://schemas.microsoft.com/office/drawing/2014/main" id="{F5236E0A-EBE8-1C41-9B66-3B31F2CA2697}"/>
              </a:ext>
            </a:extLst>
          </p:cNvPr>
          <p:cNvSpPr>
            <a:spLocks noGrp="1"/>
          </p:cNvSpPr>
          <p:nvPr>
            <p:ph type="body" sz="quarter" idx="17" hasCustomPrompt="1"/>
          </p:nvPr>
        </p:nvSpPr>
        <p:spPr>
          <a:xfrm>
            <a:off x="551033" y="3613639"/>
            <a:ext cx="5141535" cy="2249648"/>
          </a:xfrm>
          <a:prstGeom prst="rect">
            <a:avLst/>
          </a:prstGeom>
        </p:spPr>
        <p:txBody>
          <a:bodyPr lIns="0" tIns="0" rIns="0" bIns="0" anchor="t" anchorCtr="0">
            <a:noAutofit/>
          </a:bodyPr>
          <a:lstStyle>
            <a:lvl1pPr marL="0" indent="0">
              <a:lnSpc>
                <a:spcPct val="80000"/>
              </a:lnSpc>
              <a:spcBef>
                <a:spcPts val="0"/>
              </a:spcBef>
              <a:buNone/>
              <a:defRPr sz="1400" b="0" spc="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Description here</a:t>
            </a:r>
          </a:p>
        </p:txBody>
      </p:sp>
      <p:sp>
        <p:nvSpPr>
          <p:cNvPr id="33" name="TextBox 32">
            <a:extLst>
              <a:ext uri="{FF2B5EF4-FFF2-40B4-BE49-F238E27FC236}">
                <a16:creationId xmlns:a16="http://schemas.microsoft.com/office/drawing/2014/main" id="{E32095D1-B710-7E4F-99CA-CB389FB2BC21}"/>
              </a:ext>
            </a:extLst>
          </p:cNvPr>
          <p:cNvSpPr txBox="1"/>
          <p:nvPr userDrawn="1"/>
        </p:nvSpPr>
        <p:spPr>
          <a:xfrm>
            <a:off x="8834591" y="6354531"/>
            <a:ext cx="2896947" cy="169277"/>
          </a:xfrm>
          <a:prstGeom prst="rect">
            <a:avLst/>
          </a:prstGeom>
          <a:noFill/>
        </p:spPr>
        <p:txBody>
          <a:bodyPr wrap="none" lIns="91416" tIns="45708" rIns="91416" bIns="45708" rtlCol="0" anchor="t">
            <a:spAutoFit/>
          </a:bodyPr>
          <a:lstStyle/>
          <a:p>
            <a:r>
              <a:rPr lang="en-US" sz="500" spc="300">
                <a:solidFill>
                  <a:srgbClr val="1C1C1C">
                    <a:lumMod val="50000"/>
                    <a:lumOff val="50000"/>
                  </a:srgbClr>
                </a:solidFill>
                <a:latin typeface="Arial" panose="020B0604020202020204"/>
              </a:rPr>
              <a:t>2022 WIND RIVER, ALL RIGHTS RESERVED</a:t>
            </a:r>
          </a:p>
        </p:txBody>
      </p:sp>
      <p:sp>
        <p:nvSpPr>
          <p:cNvPr id="32" name="Text Placeholder 2">
            <a:extLst>
              <a:ext uri="{FF2B5EF4-FFF2-40B4-BE49-F238E27FC236}">
                <a16:creationId xmlns:a16="http://schemas.microsoft.com/office/drawing/2014/main" id="{7B0FD988-4D68-7B43-94AE-094D5886B1ED}"/>
              </a:ext>
            </a:extLst>
          </p:cNvPr>
          <p:cNvSpPr>
            <a:spLocks noGrp="1"/>
          </p:cNvSpPr>
          <p:nvPr>
            <p:ph type="body" sz="quarter" idx="18" hasCustomPrompt="1"/>
          </p:nvPr>
        </p:nvSpPr>
        <p:spPr>
          <a:xfrm>
            <a:off x="551033" y="6123855"/>
            <a:ext cx="5141535" cy="230675"/>
          </a:xfrm>
          <a:prstGeom prst="rect">
            <a:avLst/>
          </a:prstGeom>
        </p:spPr>
        <p:txBody>
          <a:bodyPr lIns="0" tIns="0" rIns="0" bIns="0" anchor="t" anchorCtr="0">
            <a:noAutofit/>
          </a:bodyPr>
          <a:lstStyle>
            <a:lvl1pPr marL="0" indent="0">
              <a:lnSpc>
                <a:spcPct val="80000"/>
              </a:lnSpc>
              <a:spcBef>
                <a:spcPts val="0"/>
              </a:spcBef>
              <a:buNone/>
              <a:defRPr sz="900" b="0" spc="0" baseline="0">
                <a:solidFill>
                  <a:srgbClr val="A6A6A6"/>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lvl="0"/>
            <a:r>
              <a:rPr lang="en-GB"/>
              <a:t>Citation: If you need to cite a 3rd part publication for your statistic or fact, do so here.</a:t>
            </a:r>
          </a:p>
        </p:txBody>
      </p:sp>
      <p:sp>
        <p:nvSpPr>
          <p:cNvPr id="13" name="Text Placeholder 4">
            <a:extLst>
              <a:ext uri="{FF2B5EF4-FFF2-40B4-BE49-F238E27FC236}">
                <a16:creationId xmlns:a16="http://schemas.microsoft.com/office/drawing/2014/main" id="{929E68C3-28E2-4334-BEA9-232F7542CEB8}"/>
              </a:ext>
            </a:extLst>
          </p:cNvPr>
          <p:cNvSpPr>
            <a:spLocks noGrp="1"/>
          </p:cNvSpPr>
          <p:nvPr>
            <p:ph type="body" sz="quarter" idx="16" hasCustomPrompt="1"/>
          </p:nvPr>
        </p:nvSpPr>
        <p:spPr>
          <a:xfrm rot="16200000">
            <a:off x="-731383" y="898361"/>
            <a:ext cx="2241785" cy="221261"/>
          </a:xfrm>
          <a:prstGeom prst="rect">
            <a:avLst/>
          </a:prstGeom>
        </p:spPr>
        <p:txBody>
          <a:bodyPr lIns="0" tIns="0" rIns="0" bIns="0">
            <a:normAutofit/>
          </a:bodyPr>
          <a:lstStyle>
            <a:lvl1pPr marL="0" indent="0" algn="ctr">
              <a:buNone/>
              <a:defRPr sz="900" spc="300">
                <a:solidFill>
                  <a:srgbClr val="A6A6A6"/>
                </a:solidFill>
                <a:latin typeface="Arial" panose="020B0604020202020204" pitchFamily="34" charset="0"/>
                <a:cs typeface="Arial" panose="020B0604020202020204" pitchFamily="34" charset="0"/>
              </a:defRPr>
            </a:lvl1pPr>
          </a:lstStyle>
          <a:p>
            <a:pPr lvl="0"/>
            <a:r>
              <a:rPr lang="en-GB"/>
              <a:t>OPTIONAL TAG</a:t>
            </a:r>
          </a:p>
        </p:txBody>
      </p:sp>
      <p:sp>
        <p:nvSpPr>
          <p:cNvPr id="3" name="Chart Placeholder 2">
            <a:extLst>
              <a:ext uri="{FF2B5EF4-FFF2-40B4-BE49-F238E27FC236}">
                <a16:creationId xmlns:a16="http://schemas.microsoft.com/office/drawing/2014/main" id="{E7876471-B064-4628-ACFF-B6B80C46EB67}"/>
              </a:ext>
            </a:extLst>
          </p:cNvPr>
          <p:cNvSpPr>
            <a:spLocks noGrp="1"/>
          </p:cNvSpPr>
          <p:nvPr>
            <p:ph type="chart" sz="quarter" idx="19"/>
          </p:nvPr>
        </p:nvSpPr>
        <p:spPr>
          <a:xfrm>
            <a:off x="6094412" y="0"/>
            <a:ext cx="6094413" cy="6858000"/>
          </a:xfrm>
          <a:prstGeom prst="rect">
            <a:avLst/>
          </a:prstGeom>
        </p:spPr>
        <p:txBody>
          <a:bodyPr anchor="ctr"/>
          <a:lstStyle>
            <a:lvl1pPr algn="ctr">
              <a:buNone/>
              <a:defRPr sz="1799">
                <a:solidFill>
                  <a:schemeClr val="accent1">
                    <a:lumMod val="50000"/>
                    <a:lumOff val="50000"/>
                  </a:schemeClr>
                </a:solidFill>
              </a:defRPr>
            </a:lvl1pPr>
          </a:lstStyle>
          <a:p>
            <a:r>
              <a:rPr lang="en-GB"/>
              <a:t>Click icon to add chart</a:t>
            </a:r>
          </a:p>
        </p:txBody>
      </p:sp>
      <p:pic>
        <p:nvPicPr>
          <p:cNvPr id="15" name="Picture 14" descr="A picture containing drawing, light&#10;&#10;Description automatically generated">
            <a:extLst>
              <a:ext uri="{FF2B5EF4-FFF2-40B4-BE49-F238E27FC236}">
                <a16:creationId xmlns:a16="http://schemas.microsoft.com/office/drawing/2014/main" id="{A9B2F21F-0B4E-43B2-AC85-CD00D21250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1999" y="6392508"/>
            <a:ext cx="1089974" cy="247681"/>
          </a:xfrm>
          <a:prstGeom prst="rect">
            <a:avLst/>
          </a:prstGeom>
        </p:spPr>
      </p:pic>
    </p:spTree>
    <p:extLst>
      <p:ext uri="{BB962C8B-B14F-4D97-AF65-F5344CB8AC3E}">
        <p14:creationId xmlns:p14="http://schemas.microsoft.com/office/powerpoint/2010/main" val="13991639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9">
          <p15:clr>
            <a:srgbClr val="FBAE40"/>
          </p15:clr>
        </p15:guide>
        <p15:guide id="2" orient="horz" pos="2160">
          <p15:clr>
            <a:srgbClr val="FBAE40"/>
          </p15:clr>
        </p15:guide>
        <p15:guide id="3" orient="horz" pos="300">
          <p15:clr>
            <a:srgbClr val="FBAE40"/>
          </p15:clr>
        </p15:guide>
        <p15:guide id="4" pos="7377">
          <p15:clr>
            <a:srgbClr val="FBAE40"/>
          </p15:clr>
        </p15:guide>
        <p15:guide id="5" pos="301">
          <p15:clr>
            <a:srgbClr val="FBAE40"/>
          </p15:clr>
        </p15:guide>
        <p15:guide id="6" orient="horz" pos="40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88AD76B1-0737-6846-86DC-44593A132C4C}"/>
              </a:ext>
            </a:extLst>
          </p:cNvPr>
          <p:cNvSpPr>
            <a:spLocks noGrp="1"/>
          </p:cNvSpPr>
          <p:nvPr>
            <p:ph type="body" sz="quarter" idx="15" hasCustomPrompt="1"/>
          </p:nvPr>
        </p:nvSpPr>
        <p:spPr>
          <a:xfrm>
            <a:off x="463721" y="1521659"/>
            <a:ext cx="10602225" cy="4075838"/>
          </a:xfrm>
          <a:prstGeom prst="rect">
            <a:avLst/>
          </a:prstGeom>
        </p:spPr>
        <p:txBody>
          <a:bodyPr lIns="0" tIns="0" rIns="0" bIns="0" anchor="t" anchorCtr="0">
            <a:noAutofit/>
          </a:bodyPr>
          <a:lstStyle>
            <a:lvl1pPr marL="215935" marR="0" indent="-215935" algn="l" defTabSz="913852" rtl="0" eaLnBrk="1" fontAlgn="auto" latinLnBrk="0" hangingPunct="1">
              <a:lnSpc>
                <a:spcPct val="100000"/>
              </a:lnSpc>
              <a:spcBef>
                <a:spcPts val="0"/>
              </a:spcBef>
              <a:spcAft>
                <a:spcPts val="0"/>
              </a:spcAft>
              <a:buClr>
                <a:srgbClr val="30E3D0"/>
              </a:buClr>
              <a:buSzTx/>
              <a:buFont typeface="Wingdings" pitchFamily="2" charset="2"/>
              <a:buChar char="§"/>
              <a:tabLst/>
              <a:defRPr sz="1799">
                <a:solidFill>
                  <a:schemeClr val="bg1"/>
                </a:solidFill>
                <a:latin typeface="Arial" panose="020B0604020202020204" pitchFamily="34" charset="0"/>
                <a:cs typeface="Arial" panose="020B0604020202020204" pitchFamily="34" charset="0"/>
              </a:defRPr>
            </a:lvl1pPr>
            <a:lvl2pPr marL="456926" indent="0">
              <a:buClr>
                <a:srgbClr val="30E4D0"/>
              </a:buClr>
              <a:buFont typeface="Wingdings" pitchFamily="2" charset="2"/>
              <a:buNone/>
              <a:defRPr sz="1799">
                <a:latin typeface="Arial" panose="020B0604020202020204" pitchFamily="34" charset="0"/>
                <a:cs typeface="Arial" panose="020B0604020202020204" pitchFamily="34" charset="0"/>
              </a:defRPr>
            </a:lvl2pPr>
            <a:lvl3pPr marL="1142314" indent="-228462">
              <a:buClr>
                <a:srgbClr val="30E4D0"/>
              </a:buClr>
              <a:buFont typeface="Wingdings" pitchFamily="2" charset="2"/>
              <a:buChar char="§"/>
              <a:defRPr sz="1799">
                <a:latin typeface="Arial" panose="020B0604020202020204" pitchFamily="34" charset="0"/>
                <a:cs typeface="Arial" panose="020B0604020202020204" pitchFamily="34" charset="0"/>
              </a:defRPr>
            </a:lvl3pPr>
            <a:lvl4pPr marL="1599240" indent="-228462">
              <a:buClr>
                <a:srgbClr val="30E4D0"/>
              </a:buClr>
              <a:buFont typeface="Wingdings" pitchFamily="2" charset="2"/>
              <a:buChar char="§"/>
              <a:defRPr sz="1799">
                <a:latin typeface="Arial" panose="020B0604020202020204" pitchFamily="34" charset="0"/>
                <a:cs typeface="Arial" panose="020B0604020202020204" pitchFamily="34" charset="0"/>
              </a:defRPr>
            </a:lvl4pPr>
            <a:lvl5pPr marL="2056166" indent="-228462">
              <a:buClr>
                <a:srgbClr val="30E4D0"/>
              </a:buClr>
              <a:buFont typeface="Wingdings" pitchFamily="2" charset="2"/>
              <a:buChar char="§"/>
              <a:defRPr sz="1799">
                <a:latin typeface="Arial" panose="020B0604020202020204" pitchFamily="34" charset="0"/>
                <a:cs typeface="Arial" panose="020B0604020202020204" pitchFamily="34" charset="0"/>
              </a:defRPr>
            </a:lvl5pPr>
          </a:lstStyle>
          <a:p>
            <a:pPr lvl="0"/>
            <a:r>
              <a:rPr lang="en-GB"/>
              <a:t>Full page text field with bullets</a:t>
            </a:r>
          </a:p>
          <a:p>
            <a:pPr marL="285664" marR="0" lvl="0" indent="-285664" algn="l" defTabSz="913852" rtl="0" eaLnBrk="1" fontAlgn="auto" latinLnBrk="0" hangingPunct="1">
              <a:lnSpc>
                <a:spcPct val="150000"/>
              </a:lnSpc>
              <a:spcBef>
                <a:spcPts val="1000"/>
              </a:spcBef>
              <a:spcAft>
                <a:spcPts val="0"/>
              </a:spcAft>
              <a:buClr>
                <a:srgbClr val="30E3D0"/>
              </a:buClr>
              <a:buSzTx/>
              <a:buFont typeface="Wingdings" pitchFamily="2" charset="2"/>
              <a:buChar char="§"/>
              <a:tabLst/>
              <a:defRPr/>
            </a:pPr>
            <a:r>
              <a:rPr lang="en-US">
                <a:solidFill>
                  <a:srgbClr val="1C1C1C"/>
                </a:solidFill>
                <a:latin typeface="Arial" panose="020B0604020202020204"/>
              </a:rPr>
              <a:t>Full page text field with bullets</a:t>
            </a:r>
          </a:p>
          <a:p>
            <a:pPr marL="285664" marR="0" lvl="0" indent="-285664" algn="l" defTabSz="913852" rtl="0" eaLnBrk="1" fontAlgn="auto" latinLnBrk="0" hangingPunct="1">
              <a:lnSpc>
                <a:spcPct val="150000"/>
              </a:lnSpc>
              <a:spcBef>
                <a:spcPts val="1000"/>
              </a:spcBef>
              <a:spcAft>
                <a:spcPts val="0"/>
              </a:spcAft>
              <a:buClr>
                <a:srgbClr val="30E3D0"/>
              </a:buClr>
              <a:buSzTx/>
              <a:buFont typeface="Wingdings" pitchFamily="2" charset="2"/>
              <a:buChar char="§"/>
              <a:tabLst/>
              <a:defRPr/>
            </a:pPr>
            <a:r>
              <a:rPr lang="en-US">
                <a:solidFill>
                  <a:srgbClr val="1C1C1C"/>
                </a:solidFill>
                <a:latin typeface="Arial" panose="020B0604020202020204"/>
              </a:rPr>
              <a:t>Full page text field with bullets</a:t>
            </a:r>
          </a:p>
          <a:p>
            <a:pPr lvl="0"/>
            <a:endParaRPr lang="en-GB"/>
          </a:p>
        </p:txBody>
      </p:sp>
      <p:sp>
        <p:nvSpPr>
          <p:cNvPr id="9" name="Text Placeholder 2">
            <a:extLst>
              <a:ext uri="{FF2B5EF4-FFF2-40B4-BE49-F238E27FC236}">
                <a16:creationId xmlns:a16="http://schemas.microsoft.com/office/drawing/2014/main" id="{B7FF0F94-FF35-A24A-BD62-6D722D479334}"/>
              </a:ext>
            </a:extLst>
          </p:cNvPr>
          <p:cNvSpPr>
            <a:spLocks noGrp="1"/>
          </p:cNvSpPr>
          <p:nvPr>
            <p:ph type="body" sz="quarter" idx="14" hasCustomPrompt="1"/>
          </p:nvPr>
        </p:nvSpPr>
        <p:spPr>
          <a:xfrm>
            <a:off x="482578" y="434050"/>
            <a:ext cx="11227542" cy="723900"/>
          </a:xfrm>
          <a:prstGeom prst="rect">
            <a:avLst/>
          </a:prstGeom>
        </p:spPr>
        <p:txBody>
          <a:bodyPr lIns="0" tIns="108000" rIns="0" bIns="0" anchor="ctr" anchorCtr="0">
            <a:noAutofit/>
          </a:bodyPr>
          <a:lstStyle>
            <a:lvl1pPr marL="0" marR="0" indent="0" algn="l" defTabSz="913852" rtl="0" eaLnBrk="1" fontAlgn="auto" latinLnBrk="0" hangingPunct="1">
              <a:lnSpc>
                <a:spcPct val="80000"/>
              </a:lnSpc>
              <a:spcBef>
                <a:spcPts val="0"/>
              </a:spcBef>
              <a:spcAft>
                <a:spcPts val="0"/>
              </a:spcAft>
              <a:buClrTx/>
              <a:buSzTx/>
              <a:buFont typeface="Arial" panose="020B0604020202020204" pitchFamily="34" charset="0"/>
              <a:buNone/>
              <a:tabLst/>
              <a:defRPr sz="3199"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marL="0" marR="0" lvl="0" indent="0" algn="l" defTabSz="913852" rtl="0" eaLnBrk="1" fontAlgn="auto" latinLnBrk="0" hangingPunct="1">
              <a:lnSpc>
                <a:spcPct val="80000"/>
              </a:lnSpc>
              <a:spcBef>
                <a:spcPts val="0"/>
              </a:spcBef>
              <a:spcAft>
                <a:spcPts val="0"/>
              </a:spcAft>
              <a:buClrTx/>
              <a:buSzTx/>
              <a:buFont typeface="Arial" panose="020B0604020202020204" pitchFamily="34" charset="0"/>
              <a:buNone/>
              <a:tabLst/>
              <a:defRPr/>
            </a:pPr>
            <a:r>
              <a:rPr lang="en-GB"/>
              <a:t>REPLACE THIS TITLE WITH YOUR OWN REPLACE THIS TITLE WITH YOUR OWN </a:t>
            </a:r>
          </a:p>
        </p:txBody>
      </p:sp>
      <p:cxnSp>
        <p:nvCxnSpPr>
          <p:cNvPr id="10" name="Straight Connector 9">
            <a:extLst>
              <a:ext uri="{FF2B5EF4-FFF2-40B4-BE49-F238E27FC236}">
                <a16:creationId xmlns:a16="http://schemas.microsoft.com/office/drawing/2014/main" id="{DF212E43-CC09-044B-A195-5B5B5FD3E9C8}"/>
              </a:ext>
            </a:extLst>
          </p:cNvPr>
          <p:cNvCxnSpPr>
            <a:cxnSpLocks/>
          </p:cNvCxnSpPr>
          <p:nvPr userDrawn="1"/>
        </p:nvCxnSpPr>
        <p:spPr>
          <a:xfrm>
            <a:off x="429559" y="1267678"/>
            <a:ext cx="4546478" cy="0"/>
          </a:xfrm>
          <a:prstGeom prst="line">
            <a:avLst/>
          </a:prstGeom>
          <a:noFill/>
          <a:ln w="25400" cap="flat" cmpd="sng" algn="ctr">
            <a:solidFill>
              <a:srgbClr val="30E3D0"/>
            </a:solidFill>
            <a:prstDash val="solid"/>
            <a:miter lim="800000"/>
          </a:ln>
          <a:effectLst/>
        </p:spPr>
      </p:cxnSp>
      <p:sp>
        <p:nvSpPr>
          <p:cNvPr id="11" name="TextBox 10">
            <a:extLst>
              <a:ext uri="{FF2B5EF4-FFF2-40B4-BE49-F238E27FC236}">
                <a16:creationId xmlns:a16="http://schemas.microsoft.com/office/drawing/2014/main" id="{0B829799-2FAA-C54A-93A4-AB2680A163F9}"/>
              </a:ext>
            </a:extLst>
          </p:cNvPr>
          <p:cNvSpPr txBox="1"/>
          <p:nvPr userDrawn="1"/>
        </p:nvSpPr>
        <p:spPr>
          <a:xfrm rot="16200000">
            <a:off x="10177407" y="5106640"/>
            <a:ext cx="2896193" cy="169233"/>
          </a:xfrm>
          <a:prstGeom prst="rect">
            <a:avLst/>
          </a:prstGeom>
          <a:noFill/>
        </p:spPr>
        <p:txBody>
          <a:bodyPr wrap="none" lIns="91416" tIns="45708" rIns="91416" bIns="45708" rtlCol="0" anchor="t">
            <a:spAutoFit/>
          </a:bodyPr>
          <a:lstStyle/>
          <a:p>
            <a:pPr defTabSz="456926">
              <a:defRPr/>
            </a:pPr>
            <a:r>
              <a:rPr lang="en-US" sz="500" spc="300">
                <a:solidFill>
                  <a:srgbClr val="A6A6A6"/>
                </a:solidFill>
                <a:latin typeface="Arial" panose="020B0604020202020204"/>
              </a:rPr>
              <a:t>2022 WIND RIVER, ALL RIGHTS RESERVED</a:t>
            </a:r>
          </a:p>
        </p:txBody>
      </p:sp>
      <p:pic>
        <p:nvPicPr>
          <p:cNvPr id="12" name="Picture 11" descr="A picture containing drawing, light&#10;&#10;Description automatically generated">
            <a:extLst>
              <a:ext uri="{FF2B5EF4-FFF2-40B4-BE49-F238E27FC236}">
                <a16:creationId xmlns:a16="http://schemas.microsoft.com/office/drawing/2014/main" id="{73F93404-E0FE-7941-90A4-775A88D6961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1999" y="6392508"/>
            <a:ext cx="1089974" cy="247681"/>
          </a:xfrm>
          <a:prstGeom prst="rect">
            <a:avLst/>
          </a:prstGeom>
        </p:spPr>
      </p:pic>
      <p:sp>
        <p:nvSpPr>
          <p:cNvPr id="8" name="Text Placeholder 4">
            <a:extLst>
              <a:ext uri="{FF2B5EF4-FFF2-40B4-BE49-F238E27FC236}">
                <a16:creationId xmlns:a16="http://schemas.microsoft.com/office/drawing/2014/main" id="{807ED38C-DFE5-4CB5-96FC-08ADFA7D758C}"/>
              </a:ext>
            </a:extLst>
          </p:cNvPr>
          <p:cNvSpPr>
            <a:spLocks noGrp="1"/>
          </p:cNvSpPr>
          <p:nvPr>
            <p:ph type="body" sz="quarter" idx="16" hasCustomPrompt="1"/>
          </p:nvPr>
        </p:nvSpPr>
        <p:spPr>
          <a:xfrm rot="16200000">
            <a:off x="-731383" y="898361"/>
            <a:ext cx="2241785" cy="221261"/>
          </a:xfrm>
          <a:prstGeom prst="rect">
            <a:avLst/>
          </a:prstGeom>
        </p:spPr>
        <p:txBody>
          <a:bodyPr lIns="0" tIns="0" rIns="0" bIns="0">
            <a:normAutofit/>
          </a:bodyPr>
          <a:lstStyle>
            <a:lvl1pPr marL="0" indent="0" algn="ctr">
              <a:buNone/>
              <a:defRPr sz="900" spc="300">
                <a:solidFill>
                  <a:srgbClr val="A6A6A6"/>
                </a:solidFill>
                <a:latin typeface="Arial" panose="020B0604020202020204" pitchFamily="34" charset="0"/>
                <a:cs typeface="Arial" panose="020B0604020202020204" pitchFamily="34" charset="0"/>
              </a:defRPr>
            </a:lvl1pPr>
          </a:lstStyle>
          <a:p>
            <a:pPr lvl="0"/>
            <a:r>
              <a:rPr lang="en-GB"/>
              <a:t>OPTIONAL TAG</a:t>
            </a:r>
          </a:p>
        </p:txBody>
      </p:sp>
    </p:spTree>
    <p:extLst>
      <p:ext uri="{BB962C8B-B14F-4D97-AF65-F5344CB8AC3E}">
        <p14:creationId xmlns:p14="http://schemas.microsoft.com/office/powerpoint/2010/main" val="35360838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9">
          <p15:clr>
            <a:srgbClr val="FBAE40"/>
          </p15:clr>
        </p15:guide>
        <p15:guide id="2" orient="horz" pos="2160">
          <p15:clr>
            <a:srgbClr val="FBAE40"/>
          </p15:clr>
        </p15:guide>
        <p15:guide id="3" orient="horz" pos="300">
          <p15:clr>
            <a:srgbClr val="FBAE40"/>
          </p15:clr>
        </p15:guide>
        <p15:guide id="4" pos="7377">
          <p15:clr>
            <a:srgbClr val="FBAE40"/>
          </p15:clr>
        </p15:guide>
        <p15:guide id="5" pos="301">
          <p15:clr>
            <a:srgbClr val="FBAE40"/>
          </p15:clr>
        </p15:guide>
        <p15:guide id="6" orient="horz" pos="40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ullets">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B7FF0F94-FF35-A24A-BD62-6D722D479334}"/>
              </a:ext>
            </a:extLst>
          </p:cNvPr>
          <p:cNvSpPr>
            <a:spLocks noGrp="1"/>
          </p:cNvSpPr>
          <p:nvPr>
            <p:ph type="body" sz="quarter" idx="14" hasCustomPrompt="1"/>
          </p:nvPr>
        </p:nvSpPr>
        <p:spPr>
          <a:xfrm>
            <a:off x="482578" y="434050"/>
            <a:ext cx="5611835" cy="723900"/>
          </a:xfrm>
          <a:prstGeom prst="rect">
            <a:avLst/>
          </a:prstGeom>
        </p:spPr>
        <p:txBody>
          <a:bodyPr lIns="0" tIns="108000" rIns="0" bIns="0" anchor="ctr" anchorCtr="0">
            <a:noAutofit/>
          </a:bodyPr>
          <a:lstStyle>
            <a:lvl1pPr marL="0" marR="0" indent="0" algn="l" defTabSz="913852" rtl="0" eaLnBrk="1" fontAlgn="auto" latinLnBrk="0" hangingPunct="1">
              <a:lnSpc>
                <a:spcPct val="70000"/>
              </a:lnSpc>
              <a:spcBef>
                <a:spcPts val="0"/>
              </a:spcBef>
              <a:spcAft>
                <a:spcPts val="0"/>
              </a:spcAft>
              <a:buClrTx/>
              <a:buSzTx/>
              <a:buFont typeface="Arial" panose="020B0604020202020204" pitchFamily="34" charset="0"/>
              <a:buNone/>
              <a:tabLst/>
              <a:defRPr sz="3199"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marL="0" marR="0" lvl="0" indent="0" algn="l" defTabSz="913852" rtl="0" eaLnBrk="1" fontAlgn="auto" latinLnBrk="0" hangingPunct="1">
              <a:lnSpc>
                <a:spcPct val="80000"/>
              </a:lnSpc>
              <a:spcBef>
                <a:spcPts val="0"/>
              </a:spcBef>
              <a:spcAft>
                <a:spcPts val="0"/>
              </a:spcAft>
              <a:buClrTx/>
              <a:buSzTx/>
              <a:buFont typeface="Arial" panose="020B0604020202020204" pitchFamily="34" charset="0"/>
              <a:buNone/>
              <a:tabLst/>
              <a:defRPr/>
            </a:pPr>
            <a:r>
              <a:rPr lang="en-GB"/>
              <a:t>REPLACE THIS TITLE WITH YOUR OWN</a:t>
            </a:r>
          </a:p>
        </p:txBody>
      </p:sp>
      <p:cxnSp>
        <p:nvCxnSpPr>
          <p:cNvPr id="10" name="Straight Connector 9">
            <a:extLst>
              <a:ext uri="{FF2B5EF4-FFF2-40B4-BE49-F238E27FC236}">
                <a16:creationId xmlns:a16="http://schemas.microsoft.com/office/drawing/2014/main" id="{DF212E43-CC09-044B-A195-5B5B5FD3E9C8}"/>
              </a:ext>
            </a:extLst>
          </p:cNvPr>
          <p:cNvCxnSpPr>
            <a:cxnSpLocks/>
          </p:cNvCxnSpPr>
          <p:nvPr userDrawn="1"/>
        </p:nvCxnSpPr>
        <p:spPr>
          <a:xfrm>
            <a:off x="429559" y="1267678"/>
            <a:ext cx="4546478" cy="0"/>
          </a:xfrm>
          <a:prstGeom prst="line">
            <a:avLst/>
          </a:prstGeom>
          <a:noFill/>
          <a:ln w="25400" cap="flat" cmpd="sng" algn="ctr">
            <a:solidFill>
              <a:srgbClr val="30E3D0"/>
            </a:solidFill>
            <a:prstDash val="solid"/>
            <a:miter lim="800000"/>
          </a:ln>
          <a:effectLst/>
        </p:spPr>
      </p:cxnSp>
      <p:sp>
        <p:nvSpPr>
          <p:cNvPr id="5" name="Content Placeholder 4">
            <a:extLst>
              <a:ext uri="{FF2B5EF4-FFF2-40B4-BE49-F238E27FC236}">
                <a16:creationId xmlns:a16="http://schemas.microsoft.com/office/drawing/2014/main" id="{9383EAC2-C10C-476E-B89A-ABC41EBEE6D1}"/>
              </a:ext>
            </a:extLst>
          </p:cNvPr>
          <p:cNvSpPr>
            <a:spLocks noGrp="1"/>
          </p:cNvSpPr>
          <p:nvPr>
            <p:ph sz="quarter" idx="15"/>
          </p:nvPr>
        </p:nvSpPr>
        <p:spPr>
          <a:xfrm>
            <a:off x="430101" y="1457326"/>
            <a:ext cx="10657286" cy="4825447"/>
          </a:xfrm>
          <a:prstGeom prst="rect">
            <a:avLst/>
          </a:prstGeom>
        </p:spPr>
        <p:txBody>
          <a:bodyPr/>
          <a:lstStyle>
            <a:lvl1pPr marL="215935" indent="-215935">
              <a:lnSpc>
                <a:spcPct val="180000"/>
              </a:lnSpc>
              <a:buClr>
                <a:schemeClr val="accent4"/>
              </a:buClr>
              <a:buFont typeface="Wingdings" panose="05000000000000000000" pitchFamily="2" charset="2"/>
              <a:buChar char="§"/>
              <a:defRPr sz="1799"/>
            </a:lvl1pPr>
            <a:lvl2pPr marL="715748" indent="-215935">
              <a:lnSpc>
                <a:spcPct val="120000"/>
              </a:lnSpc>
              <a:spcBef>
                <a:spcPts val="0"/>
              </a:spcBef>
              <a:buClr>
                <a:schemeClr val="accent4"/>
              </a:buClr>
              <a:buFont typeface="Arial" panose="020B0604020202020204" pitchFamily="34" charset="0"/>
              <a:buChar char="‒"/>
              <a:defRPr sz="1600"/>
            </a:lvl2pPr>
            <a:lvl3pPr marL="1370915" indent="-457063">
              <a:lnSpc>
                <a:spcPct val="120000"/>
              </a:lnSpc>
              <a:buClr>
                <a:schemeClr val="accent4"/>
              </a:buClr>
              <a:buFont typeface="Wingdings" panose="05000000000000000000" pitchFamily="2" charset="2"/>
              <a:buChar char="§"/>
              <a:defRPr sz="1600"/>
            </a:lvl3pPr>
            <a:lvl4pPr marL="1713575" indent="-342797">
              <a:lnSpc>
                <a:spcPct val="120000"/>
              </a:lnSpc>
              <a:buClr>
                <a:schemeClr val="accent4"/>
              </a:buClr>
              <a:buFont typeface="Wingdings" panose="05000000000000000000" pitchFamily="2" charset="2"/>
              <a:buChar char="§"/>
              <a:defRPr sz="1400"/>
            </a:lvl4pPr>
            <a:lvl5pPr marL="2170501" indent="-342797">
              <a:lnSpc>
                <a:spcPct val="120000"/>
              </a:lnSpc>
              <a:buClr>
                <a:schemeClr val="accent4"/>
              </a:buClr>
              <a:buFont typeface="Wingdings" panose="05000000000000000000" pitchFamily="2" charset="2"/>
              <a:buChar char="§"/>
              <a:defRPr sz="1400"/>
            </a:lvl5pPr>
          </a:lstStyle>
          <a:p>
            <a:pPr lvl="0"/>
            <a:r>
              <a:rPr lang="en-US"/>
              <a:t>Click to edit Master text styles</a:t>
            </a:r>
          </a:p>
          <a:p>
            <a:pPr lvl="1"/>
            <a:r>
              <a:rPr lang="en-US"/>
              <a:t>Second level</a:t>
            </a:r>
          </a:p>
        </p:txBody>
      </p:sp>
      <p:sp>
        <p:nvSpPr>
          <p:cNvPr id="8" name="TextBox 7">
            <a:extLst>
              <a:ext uri="{FF2B5EF4-FFF2-40B4-BE49-F238E27FC236}">
                <a16:creationId xmlns:a16="http://schemas.microsoft.com/office/drawing/2014/main" id="{A82DE5C2-9D69-4377-984D-C326E5B500B1}"/>
              </a:ext>
            </a:extLst>
          </p:cNvPr>
          <p:cNvSpPr txBox="1"/>
          <p:nvPr userDrawn="1"/>
        </p:nvSpPr>
        <p:spPr>
          <a:xfrm rot="16200000">
            <a:off x="10177407" y="5106640"/>
            <a:ext cx="2896193" cy="169233"/>
          </a:xfrm>
          <a:prstGeom prst="rect">
            <a:avLst/>
          </a:prstGeom>
          <a:noFill/>
        </p:spPr>
        <p:txBody>
          <a:bodyPr wrap="none" lIns="91416" tIns="45708" rIns="91416" bIns="45708" rtlCol="0" anchor="t">
            <a:spAutoFit/>
          </a:bodyPr>
          <a:lstStyle/>
          <a:p>
            <a:pPr defTabSz="456926">
              <a:defRPr/>
            </a:pPr>
            <a:r>
              <a:rPr lang="en-US" sz="500" spc="300">
                <a:solidFill>
                  <a:srgbClr val="A6A6A6"/>
                </a:solidFill>
                <a:latin typeface="Arial" panose="020B0604020202020204"/>
              </a:rPr>
              <a:t>2022 WIND RIVER, ALL RIGHTS RESERVED</a:t>
            </a:r>
          </a:p>
        </p:txBody>
      </p:sp>
      <p:pic>
        <p:nvPicPr>
          <p:cNvPr id="11" name="Picture 10" descr="A picture containing drawing, light&#10;&#10;Description automatically generated">
            <a:extLst>
              <a:ext uri="{FF2B5EF4-FFF2-40B4-BE49-F238E27FC236}">
                <a16:creationId xmlns:a16="http://schemas.microsoft.com/office/drawing/2014/main" id="{3451DF9B-7F78-4BCA-9ABC-D2E520F9315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1999" y="6392508"/>
            <a:ext cx="1089974" cy="247681"/>
          </a:xfrm>
          <a:prstGeom prst="rect">
            <a:avLst/>
          </a:prstGeom>
        </p:spPr>
      </p:pic>
    </p:spTree>
    <p:extLst>
      <p:ext uri="{BB962C8B-B14F-4D97-AF65-F5344CB8AC3E}">
        <p14:creationId xmlns:p14="http://schemas.microsoft.com/office/powerpoint/2010/main" val="29703404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9">
          <p15:clr>
            <a:srgbClr val="FBAE40"/>
          </p15:clr>
        </p15:guide>
        <p15:guide id="2" orient="horz" pos="2160">
          <p15:clr>
            <a:srgbClr val="FBAE40"/>
          </p15:clr>
        </p15:guide>
        <p15:guide id="3" orient="horz" pos="300">
          <p15:clr>
            <a:srgbClr val="FBAE40"/>
          </p15:clr>
        </p15:guide>
        <p15:guide id="4" pos="7377">
          <p15:clr>
            <a:srgbClr val="FBAE40"/>
          </p15:clr>
        </p15:guide>
        <p15:guide id="5" pos="301">
          <p15:clr>
            <a:srgbClr val="FBAE40"/>
          </p15:clr>
        </p15:guide>
        <p15:guide id="6" orient="horz" pos="40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ullets">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B7FF0F94-FF35-A24A-BD62-6D722D479334}"/>
              </a:ext>
            </a:extLst>
          </p:cNvPr>
          <p:cNvSpPr>
            <a:spLocks noGrp="1"/>
          </p:cNvSpPr>
          <p:nvPr>
            <p:ph type="body" sz="quarter" idx="14" hasCustomPrompt="1"/>
          </p:nvPr>
        </p:nvSpPr>
        <p:spPr>
          <a:xfrm>
            <a:off x="482578" y="434050"/>
            <a:ext cx="5611835" cy="723900"/>
          </a:xfrm>
          <a:prstGeom prst="rect">
            <a:avLst/>
          </a:prstGeom>
        </p:spPr>
        <p:txBody>
          <a:bodyPr lIns="0" tIns="108000" rIns="0" bIns="0" anchor="ctr" anchorCtr="0">
            <a:noAutofit/>
          </a:bodyPr>
          <a:lstStyle>
            <a:lvl1pPr marL="0" marR="0" indent="0" algn="l" defTabSz="913852" rtl="0" eaLnBrk="1" fontAlgn="auto" latinLnBrk="0" hangingPunct="1">
              <a:lnSpc>
                <a:spcPct val="70000"/>
              </a:lnSpc>
              <a:spcBef>
                <a:spcPts val="0"/>
              </a:spcBef>
              <a:spcAft>
                <a:spcPts val="0"/>
              </a:spcAft>
              <a:buClrTx/>
              <a:buSzTx/>
              <a:buFont typeface="Arial" panose="020B0604020202020204" pitchFamily="34" charset="0"/>
              <a:buNone/>
              <a:tabLst/>
              <a:defRPr sz="3199"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marL="0" marR="0" lvl="0" indent="0" algn="l" defTabSz="913852" rtl="0" eaLnBrk="1" fontAlgn="auto" latinLnBrk="0" hangingPunct="1">
              <a:lnSpc>
                <a:spcPct val="80000"/>
              </a:lnSpc>
              <a:spcBef>
                <a:spcPts val="0"/>
              </a:spcBef>
              <a:spcAft>
                <a:spcPts val="0"/>
              </a:spcAft>
              <a:buClrTx/>
              <a:buSzTx/>
              <a:buFont typeface="Arial" panose="020B0604020202020204" pitchFamily="34" charset="0"/>
              <a:buNone/>
              <a:tabLst/>
              <a:defRPr/>
            </a:pPr>
            <a:r>
              <a:rPr lang="en-GB"/>
              <a:t>REPLACE THIS TITLE WITH YOUR OWN</a:t>
            </a:r>
          </a:p>
        </p:txBody>
      </p:sp>
      <p:cxnSp>
        <p:nvCxnSpPr>
          <p:cNvPr id="10" name="Straight Connector 9">
            <a:extLst>
              <a:ext uri="{FF2B5EF4-FFF2-40B4-BE49-F238E27FC236}">
                <a16:creationId xmlns:a16="http://schemas.microsoft.com/office/drawing/2014/main" id="{DF212E43-CC09-044B-A195-5B5B5FD3E9C8}"/>
              </a:ext>
            </a:extLst>
          </p:cNvPr>
          <p:cNvCxnSpPr>
            <a:cxnSpLocks/>
          </p:cNvCxnSpPr>
          <p:nvPr userDrawn="1"/>
        </p:nvCxnSpPr>
        <p:spPr>
          <a:xfrm>
            <a:off x="429559" y="1267678"/>
            <a:ext cx="4546478" cy="0"/>
          </a:xfrm>
          <a:prstGeom prst="line">
            <a:avLst/>
          </a:prstGeom>
          <a:noFill/>
          <a:ln w="25400" cap="flat" cmpd="sng" algn="ctr">
            <a:solidFill>
              <a:srgbClr val="30E3D0"/>
            </a:solidFill>
            <a:prstDash val="solid"/>
            <a:miter lim="800000"/>
          </a:ln>
          <a:effectLst/>
        </p:spPr>
      </p:cxnSp>
      <p:sp>
        <p:nvSpPr>
          <p:cNvPr id="8" name="Text Placeholder 3">
            <a:extLst>
              <a:ext uri="{FF2B5EF4-FFF2-40B4-BE49-F238E27FC236}">
                <a16:creationId xmlns:a16="http://schemas.microsoft.com/office/drawing/2014/main" id="{D85E9172-435B-44E9-86AC-8862FF4D6977}"/>
              </a:ext>
            </a:extLst>
          </p:cNvPr>
          <p:cNvSpPr>
            <a:spLocks noGrp="1"/>
          </p:cNvSpPr>
          <p:nvPr>
            <p:ph type="body" sz="quarter" idx="15" hasCustomPrompt="1"/>
          </p:nvPr>
        </p:nvSpPr>
        <p:spPr>
          <a:xfrm>
            <a:off x="463721" y="1521659"/>
            <a:ext cx="5310887" cy="4075838"/>
          </a:xfrm>
          <a:prstGeom prst="rect">
            <a:avLst/>
          </a:prstGeom>
        </p:spPr>
        <p:txBody>
          <a:bodyPr lIns="0" tIns="0" rIns="0" bIns="0" anchor="t" anchorCtr="0">
            <a:noAutofit/>
          </a:bodyPr>
          <a:lstStyle>
            <a:lvl1pPr marL="215935" marR="0" indent="-215935" algn="l" defTabSz="913852" rtl="0" eaLnBrk="1" fontAlgn="auto" latinLnBrk="0" hangingPunct="1">
              <a:lnSpc>
                <a:spcPct val="180000"/>
              </a:lnSpc>
              <a:spcBef>
                <a:spcPts val="0"/>
              </a:spcBef>
              <a:spcAft>
                <a:spcPts val="0"/>
              </a:spcAft>
              <a:buClr>
                <a:srgbClr val="30E3D0"/>
              </a:buClr>
              <a:buSzTx/>
              <a:buFont typeface="Wingdings" panose="05000000000000000000" pitchFamily="2" charset="2"/>
              <a:buChar char="§"/>
              <a:tabLst/>
              <a:defRPr sz="1799">
                <a:latin typeface="Arial" panose="020B0604020202020204" pitchFamily="34" charset="0"/>
                <a:cs typeface="Arial" panose="020B0604020202020204" pitchFamily="34" charset="0"/>
              </a:defRPr>
            </a:lvl1pPr>
            <a:lvl2pPr marL="456926" indent="0">
              <a:buClr>
                <a:srgbClr val="30E4D0"/>
              </a:buClr>
              <a:buFont typeface="Wingdings" pitchFamily="2" charset="2"/>
              <a:buNone/>
              <a:defRPr sz="1799">
                <a:latin typeface="Arial" panose="020B0604020202020204" pitchFamily="34" charset="0"/>
                <a:cs typeface="Arial" panose="020B0604020202020204" pitchFamily="34" charset="0"/>
              </a:defRPr>
            </a:lvl2pPr>
            <a:lvl3pPr marL="1142314" indent="-228462">
              <a:buClr>
                <a:srgbClr val="30E4D0"/>
              </a:buClr>
              <a:buFont typeface="Wingdings" pitchFamily="2" charset="2"/>
              <a:buChar char="§"/>
              <a:defRPr sz="1799">
                <a:latin typeface="Arial" panose="020B0604020202020204" pitchFamily="34" charset="0"/>
                <a:cs typeface="Arial" panose="020B0604020202020204" pitchFamily="34" charset="0"/>
              </a:defRPr>
            </a:lvl3pPr>
            <a:lvl4pPr marL="1599240" indent="-228462">
              <a:buClr>
                <a:srgbClr val="30E4D0"/>
              </a:buClr>
              <a:buFont typeface="Wingdings" pitchFamily="2" charset="2"/>
              <a:buChar char="§"/>
              <a:defRPr sz="1799">
                <a:latin typeface="Arial" panose="020B0604020202020204" pitchFamily="34" charset="0"/>
                <a:cs typeface="Arial" panose="020B0604020202020204" pitchFamily="34" charset="0"/>
              </a:defRPr>
            </a:lvl4pPr>
            <a:lvl5pPr marL="2056166" indent="-228462">
              <a:buClr>
                <a:srgbClr val="30E4D0"/>
              </a:buClr>
              <a:buFont typeface="Wingdings" pitchFamily="2" charset="2"/>
              <a:buChar char="§"/>
              <a:defRPr sz="1799">
                <a:latin typeface="Arial" panose="020B0604020202020204" pitchFamily="34" charset="0"/>
                <a:cs typeface="Arial" panose="020B0604020202020204" pitchFamily="34" charset="0"/>
              </a:defRPr>
            </a:lvl5pPr>
          </a:lstStyle>
          <a:p>
            <a:pPr lvl="0"/>
            <a:r>
              <a:rPr lang="en-GB"/>
              <a:t>Full page text field with bullets</a:t>
            </a:r>
          </a:p>
        </p:txBody>
      </p:sp>
      <p:sp>
        <p:nvSpPr>
          <p:cNvPr id="11" name="Text Placeholder 3">
            <a:extLst>
              <a:ext uri="{FF2B5EF4-FFF2-40B4-BE49-F238E27FC236}">
                <a16:creationId xmlns:a16="http://schemas.microsoft.com/office/drawing/2014/main" id="{9E704C78-1E9F-4B82-9C38-75E1B4D3B709}"/>
              </a:ext>
            </a:extLst>
          </p:cNvPr>
          <p:cNvSpPr>
            <a:spLocks noGrp="1"/>
          </p:cNvSpPr>
          <p:nvPr>
            <p:ph type="body" sz="quarter" idx="16" hasCustomPrompt="1"/>
          </p:nvPr>
        </p:nvSpPr>
        <p:spPr>
          <a:xfrm>
            <a:off x="6094412" y="1521659"/>
            <a:ext cx="5310887" cy="4075838"/>
          </a:xfrm>
          <a:prstGeom prst="rect">
            <a:avLst/>
          </a:prstGeom>
        </p:spPr>
        <p:txBody>
          <a:bodyPr lIns="0" tIns="0" rIns="0" bIns="0" anchor="t" anchorCtr="0">
            <a:noAutofit/>
          </a:bodyPr>
          <a:lstStyle>
            <a:lvl1pPr marL="215935" marR="0" indent="-215935" algn="l" defTabSz="913852" rtl="0" eaLnBrk="1" fontAlgn="auto" latinLnBrk="0" hangingPunct="1">
              <a:lnSpc>
                <a:spcPct val="180000"/>
              </a:lnSpc>
              <a:spcBef>
                <a:spcPts val="0"/>
              </a:spcBef>
              <a:spcAft>
                <a:spcPts val="0"/>
              </a:spcAft>
              <a:buClr>
                <a:srgbClr val="30E3D0"/>
              </a:buClr>
              <a:buSzTx/>
              <a:buFont typeface="Wingdings" panose="05000000000000000000" pitchFamily="2" charset="2"/>
              <a:buChar char="§"/>
              <a:tabLst/>
              <a:defRPr sz="1799">
                <a:latin typeface="Arial" panose="020B0604020202020204" pitchFamily="34" charset="0"/>
                <a:cs typeface="Arial" panose="020B0604020202020204" pitchFamily="34" charset="0"/>
              </a:defRPr>
            </a:lvl1pPr>
            <a:lvl2pPr marL="456926" indent="0">
              <a:buClr>
                <a:srgbClr val="30E4D0"/>
              </a:buClr>
              <a:buFont typeface="Wingdings" pitchFamily="2" charset="2"/>
              <a:buNone/>
              <a:defRPr sz="1799">
                <a:latin typeface="Arial" panose="020B0604020202020204" pitchFamily="34" charset="0"/>
                <a:cs typeface="Arial" panose="020B0604020202020204" pitchFamily="34" charset="0"/>
              </a:defRPr>
            </a:lvl2pPr>
            <a:lvl3pPr marL="1142314" indent="-228462">
              <a:buClr>
                <a:srgbClr val="30E4D0"/>
              </a:buClr>
              <a:buFont typeface="Wingdings" pitchFamily="2" charset="2"/>
              <a:buChar char="§"/>
              <a:defRPr sz="1799">
                <a:latin typeface="Arial" panose="020B0604020202020204" pitchFamily="34" charset="0"/>
                <a:cs typeface="Arial" panose="020B0604020202020204" pitchFamily="34" charset="0"/>
              </a:defRPr>
            </a:lvl3pPr>
            <a:lvl4pPr marL="1599240" indent="-228462">
              <a:buClr>
                <a:srgbClr val="30E4D0"/>
              </a:buClr>
              <a:buFont typeface="Wingdings" pitchFamily="2" charset="2"/>
              <a:buChar char="§"/>
              <a:defRPr sz="1799">
                <a:latin typeface="Arial" panose="020B0604020202020204" pitchFamily="34" charset="0"/>
                <a:cs typeface="Arial" panose="020B0604020202020204" pitchFamily="34" charset="0"/>
              </a:defRPr>
            </a:lvl4pPr>
            <a:lvl5pPr marL="2056166" indent="-228462">
              <a:buClr>
                <a:srgbClr val="30E4D0"/>
              </a:buClr>
              <a:buFont typeface="Wingdings" pitchFamily="2" charset="2"/>
              <a:buChar char="§"/>
              <a:defRPr sz="1799">
                <a:latin typeface="Arial" panose="020B0604020202020204" pitchFamily="34" charset="0"/>
                <a:cs typeface="Arial" panose="020B0604020202020204" pitchFamily="34" charset="0"/>
              </a:defRPr>
            </a:lvl5pPr>
          </a:lstStyle>
          <a:p>
            <a:pPr lvl="0"/>
            <a:r>
              <a:rPr lang="en-GB"/>
              <a:t>Full page text field with bullets</a:t>
            </a:r>
          </a:p>
        </p:txBody>
      </p:sp>
      <p:pic>
        <p:nvPicPr>
          <p:cNvPr id="12" name="Picture 11" descr="A picture containing drawing, light&#10;&#10;Description automatically generated">
            <a:extLst>
              <a:ext uri="{FF2B5EF4-FFF2-40B4-BE49-F238E27FC236}">
                <a16:creationId xmlns:a16="http://schemas.microsoft.com/office/drawing/2014/main" id="{73AF2056-8DD5-4E1B-97B8-79480B0CAD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1999" y="6392508"/>
            <a:ext cx="1089974" cy="247681"/>
          </a:xfrm>
          <a:prstGeom prst="rect">
            <a:avLst/>
          </a:prstGeom>
        </p:spPr>
      </p:pic>
      <p:sp>
        <p:nvSpPr>
          <p:cNvPr id="13" name="TextBox 12">
            <a:extLst>
              <a:ext uri="{FF2B5EF4-FFF2-40B4-BE49-F238E27FC236}">
                <a16:creationId xmlns:a16="http://schemas.microsoft.com/office/drawing/2014/main" id="{1A13844A-8EB9-4765-86F6-BC5116428A19}"/>
              </a:ext>
            </a:extLst>
          </p:cNvPr>
          <p:cNvSpPr txBox="1"/>
          <p:nvPr userDrawn="1"/>
        </p:nvSpPr>
        <p:spPr>
          <a:xfrm rot="16200000">
            <a:off x="10177407" y="5106640"/>
            <a:ext cx="2896193" cy="169233"/>
          </a:xfrm>
          <a:prstGeom prst="rect">
            <a:avLst/>
          </a:prstGeom>
          <a:noFill/>
        </p:spPr>
        <p:txBody>
          <a:bodyPr wrap="none" lIns="91416" tIns="45708" rIns="91416" bIns="45708" rtlCol="0" anchor="t">
            <a:spAutoFit/>
          </a:bodyPr>
          <a:lstStyle/>
          <a:p>
            <a:pPr defTabSz="456926">
              <a:defRPr/>
            </a:pPr>
            <a:r>
              <a:rPr lang="en-US" sz="500" spc="300">
                <a:solidFill>
                  <a:srgbClr val="A6A6A6"/>
                </a:solidFill>
                <a:latin typeface="Arial" panose="020B0604020202020204"/>
              </a:rPr>
              <a:t>2022 WIND RIVER, ALL RIGHTS RESERVED</a:t>
            </a:r>
          </a:p>
        </p:txBody>
      </p:sp>
    </p:spTree>
    <p:extLst>
      <p:ext uri="{BB962C8B-B14F-4D97-AF65-F5344CB8AC3E}">
        <p14:creationId xmlns:p14="http://schemas.microsoft.com/office/powerpoint/2010/main" val="35439240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9">
          <p15:clr>
            <a:srgbClr val="FBAE40"/>
          </p15:clr>
        </p15:guide>
        <p15:guide id="2" orient="horz" pos="2160">
          <p15:clr>
            <a:srgbClr val="FBAE40"/>
          </p15:clr>
        </p15:guide>
        <p15:guide id="3" orient="horz" pos="300">
          <p15:clr>
            <a:srgbClr val="FBAE40"/>
          </p15:clr>
        </p15:guide>
        <p15:guide id="4" pos="7377">
          <p15:clr>
            <a:srgbClr val="FBAE40"/>
          </p15:clr>
        </p15:guide>
        <p15:guide id="5" pos="301">
          <p15:clr>
            <a:srgbClr val="FBAE40"/>
          </p15:clr>
        </p15:guide>
        <p15:guide id="6" orient="horz" pos="40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LAYO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D993CB-2691-4A21-BAA6-7791B069F947}"/>
              </a:ext>
            </a:extLst>
          </p:cNvPr>
          <p:cNvSpPr txBox="1"/>
          <p:nvPr userDrawn="1"/>
        </p:nvSpPr>
        <p:spPr>
          <a:xfrm>
            <a:off x="-750527" y="3228947"/>
            <a:ext cx="654176" cy="200055"/>
          </a:xfrm>
          <a:prstGeom prst="rect">
            <a:avLst/>
          </a:prstGeom>
          <a:noFill/>
        </p:spPr>
        <p:txBody>
          <a:bodyPr wrap="none" rtlCol="0">
            <a:spAutoFit/>
          </a:bodyPr>
          <a:lstStyle/>
          <a:p>
            <a:r>
              <a:rPr lang="en-US" sz="700" b="1"/>
              <a:t>0.00 CENTER</a:t>
            </a:r>
          </a:p>
        </p:txBody>
      </p:sp>
      <p:sp>
        <p:nvSpPr>
          <p:cNvPr id="5" name="TextBox 4">
            <a:extLst>
              <a:ext uri="{FF2B5EF4-FFF2-40B4-BE49-F238E27FC236}">
                <a16:creationId xmlns:a16="http://schemas.microsoft.com/office/drawing/2014/main" id="{1E9121A1-CBD6-42EC-9D81-DF88308A7864}"/>
              </a:ext>
            </a:extLst>
          </p:cNvPr>
          <p:cNvSpPr txBox="1"/>
          <p:nvPr userDrawn="1"/>
        </p:nvSpPr>
        <p:spPr>
          <a:xfrm rot="16200000">
            <a:off x="5867267" y="-475263"/>
            <a:ext cx="654346" cy="200003"/>
          </a:xfrm>
          <a:prstGeom prst="rect">
            <a:avLst/>
          </a:prstGeom>
          <a:noFill/>
        </p:spPr>
        <p:txBody>
          <a:bodyPr wrap="none" rtlCol="0">
            <a:spAutoFit/>
          </a:bodyPr>
          <a:lstStyle/>
          <a:p>
            <a:r>
              <a:rPr lang="en-US" sz="700" b="1"/>
              <a:t>0.00 CENTER</a:t>
            </a:r>
          </a:p>
        </p:txBody>
      </p:sp>
      <p:sp>
        <p:nvSpPr>
          <p:cNvPr id="6" name="TextBox 5">
            <a:extLst>
              <a:ext uri="{FF2B5EF4-FFF2-40B4-BE49-F238E27FC236}">
                <a16:creationId xmlns:a16="http://schemas.microsoft.com/office/drawing/2014/main" id="{92F874A9-E5C8-4671-8876-A8126DA96D4E}"/>
              </a:ext>
            </a:extLst>
          </p:cNvPr>
          <p:cNvSpPr txBox="1"/>
          <p:nvPr userDrawn="1"/>
        </p:nvSpPr>
        <p:spPr>
          <a:xfrm>
            <a:off x="-2016900" y="257147"/>
            <a:ext cx="1711882" cy="200055"/>
          </a:xfrm>
          <a:prstGeom prst="rect">
            <a:avLst/>
          </a:prstGeom>
          <a:noFill/>
        </p:spPr>
        <p:txBody>
          <a:bodyPr wrap="none" rtlCol="0">
            <a:spAutoFit/>
          </a:bodyPr>
          <a:lstStyle>
            <a:defPPr>
              <a:defRPr lang="en-US"/>
            </a:defPPr>
            <a:lvl1pPr>
              <a:defRPr sz="700" b="1"/>
            </a:lvl1pPr>
          </a:lstStyle>
          <a:p>
            <a:pPr lvl="0"/>
            <a:r>
              <a:rPr lang="en-US" sz="700"/>
              <a:t>TOP MARGIN DO NOT USE ABOVE SPACE</a:t>
            </a:r>
          </a:p>
        </p:txBody>
      </p:sp>
      <p:sp>
        <p:nvSpPr>
          <p:cNvPr id="8" name="TextBox 7">
            <a:extLst>
              <a:ext uri="{FF2B5EF4-FFF2-40B4-BE49-F238E27FC236}">
                <a16:creationId xmlns:a16="http://schemas.microsoft.com/office/drawing/2014/main" id="{CEF42CFF-AB4A-4E79-9168-0510DCB51B04}"/>
              </a:ext>
            </a:extLst>
          </p:cNvPr>
          <p:cNvSpPr txBox="1"/>
          <p:nvPr userDrawn="1"/>
        </p:nvSpPr>
        <p:spPr>
          <a:xfrm>
            <a:off x="12201926" y="257147"/>
            <a:ext cx="1711882" cy="200055"/>
          </a:xfrm>
          <a:prstGeom prst="rect">
            <a:avLst/>
          </a:prstGeom>
          <a:noFill/>
        </p:spPr>
        <p:txBody>
          <a:bodyPr wrap="none" rtlCol="0">
            <a:spAutoFit/>
          </a:bodyPr>
          <a:lstStyle>
            <a:defPPr>
              <a:defRPr lang="en-US"/>
            </a:defPPr>
            <a:lvl1pPr>
              <a:defRPr sz="700" b="1"/>
            </a:lvl1pPr>
          </a:lstStyle>
          <a:p>
            <a:pPr lvl="0"/>
            <a:r>
              <a:rPr lang="en-US" sz="700"/>
              <a:t>TOP MARGIN DO NOT USE ABOVE SPACE</a:t>
            </a:r>
          </a:p>
        </p:txBody>
      </p:sp>
      <p:sp>
        <p:nvSpPr>
          <p:cNvPr id="10" name="TextBox 9">
            <a:extLst>
              <a:ext uri="{FF2B5EF4-FFF2-40B4-BE49-F238E27FC236}">
                <a16:creationId xmlns:a16="http://schemas.microsoft.com/office/drawing/2014/main" id="{43953477-DC60-4514-BB92-5871F0CAA5CB}"/>
              </a:ext>
            </a:extLst>
          </p:cNvPr>
          <p:cNvSpPr txBox="1"/>
          <p:nvPr userDrawn="1"/>
        </p:nvSpPr>
        <p:spPr>
          <a:xfrm>
            <a:off x="-2230435" y="6400802"/>
            <a:ext cx="1897783" cy="200055"/>
          </a:xfrm>
          <a:prstGeom prst="rect">
            <a:avLst/>
          </a:prstGeom>
          <a:noFill/>
        </p:spPr>
        <p:txBody>
          <a:bodyPr wrap="none" rtlCol="0">
            <a:spAutoFit/>
          </a:bodyPr>
          <a:lstStyle>
            <a:defPPr>
              <a:defRPr lang="en-US"/>
            </a:defPPr>
            <a:lvl1pPr>
              <a:defRPr sz="700" b="1"/>
            </a:lvl1pPr>
          </a:lstStyle>
          <a:p>
            <a:pPr lvl="0"/>
            <a:r>
              <a:rPr lang="en-US" sz="700"/>
              <a:t>BOTTOM MARGIN DO NOT USE ABOVE SPACE</a:t>
            </a:r>
          </a:p>
        </p:txBody>
      </p:sp>
      <p:sp>
        <p:nvSpPr>
          <p:cNvPr id="12" name="TextBox 11">
            <a:extLst>
              <a:ext uri="{FF2B5EF4-FFF2-40B4-BE49-F238E27FC236}">
                <a16:creationId xmlns:a16="http://schemas.microsoft.com/office/drawing/2014/main" id="{1BEEF61A-BE27-49A4-9943-1F85BAB8551E}"/>
              </a:ext>
            </a:extLst>
          </p:cNvPr>
          <p:cNvSpPr txBox="1"/>
          <p:nvPr userDrawn="1"/>
        </p:nvSpPr>
        <p:spPr>
          <a:xfrm>
            <a:off x="12194301" y="6411752"/>
            <a:ext cx="1897783" cy="200055"/>
          </a:xfrm>
          <a:prstGeom prst="rect">
            <a:avLst/>
          </a:prstGeom>
          <a:noFill/>
        </p:spPr>
        <p:txBody>
          <a:bodyPr wrap="none" rtlCol="0">
            <a:spAutoFit/>
          </a:bodyPr>
          <a:lstStyle>
            <a:defPPr>
              <a:defRPr lang="en-US"/>
            </a:defPPr>
            <a:lvl1pPr>
              <a:defRPr sz="700" b="1"/>
            </a:lvl1pPr>
          </a:lstStyle>
          <a:p>
            <a:pPr lvl="0"/>
            <a:r>
              <a:rPr lang="en-US" sz="700"/>
              <a:t>BOTTOM MARGIN DO NOT USE ABOVE SPACE</a:t>
            </a:r>
          </a:p>
        </p:txBody>
      </p:sp>
      <p:sp>
        <p:nvSpPr>
          <p:cNvPr id="13" name="TextBox 12">
            <a:extLst>
              <a:ext uri="{FF2B5EF4-FFF2-40B4-BE49-F238E27FC236}">
                <a16:creationId xmlns:a16="http://schemas.microsoft.com/office/drawing/2014/main" id="{5CD0B0CF-68DF-4C79-8DFF-E438CECB4483}"/>
              </a:ext>
            </a:extLst>
          </p:cNvPr>
          <p:cNvSpPr txBox="1"/>
          <p:nvPr userDrawn="1"/>
        </p:nvSpPr>
        <p:spPr>
          <a:xfrm>
            <a:off x="-54754" y="-200055"/>
            <a:ext cx="487507" cy="200055"/>
          </a:xfrm>
          <a:prstGeom prst="rect">
            <a:avLst/>
          </a:prstGeom>
          <a:noFill/>
        </p:spPr>
        <p:txBody>
          <a:bodyPr wrap="none" rtlCol="0">
            <a:spAutoFit/>
          </a:bodyPr>
          <a:lstStyle>
            <a:defPPr>
              <a:defRPr lang="en-US"/>
            </a:defPPr>
            <a:lvl1pPr lvl="0">
              <a:defRPr sz="700" b="1"/>
            </a:lvl1pPr>
          </a:lstStyle>
          <a:p>
            <a:pPr lvl="0"/>
            <a:r>
              <a:rPr lang="en-US" sz="700"/>
              <a:t>LEFT .50</a:t>
            </a:r>
          </a:p>
        </p:txBody>
      </p:sp>
      <p:sp>
        <p:nvSpPr>
          <p:cNvPr id="15" name="TextBox 14">
            <a:extLst>
              <a:ext uri="{FF2B5EF4-FFF2-40B4-BE49-F238E27FC236}">
                <a16:creationId xmlns:a16="http://schemas.microsoft.com/office/drawing/2014/main" id="{2C80B32C-21BF-4438-AC4E-87B75BB7AD52}"/>
              </a:ext>
            </a:extLst>
          </p:cNvPr>
          <p:cNvSpPr txBox="1"/>
          <p:nvPr userDrawn="1"/>
        </p:nvSpPr>
        <p:spPr>
          <a:xfrm>
            <a:off x="11114250" y="6858002"/>
            <a:ext cx="553213" cy="200055"/>
          </a:xfrm>
          <a:prstGeom prst="rect">
            <a:avLst/>
          </a:prstGeom>
          <a:noFill/>
        </p:spPr>
        <p:txBody>
          <a:bodyPr wrap="none" rtlCol="0">
            <a:spAutoFit/>
          </a:bodyPr>
          <a:lstStyle>
            <a:defPPr>
              <a:defRPr lang="en-US"/>
            </a:defPPr>
            <a:lvl1pPr lvl="0">
              <a:defRPr sz="700" b="1"/>
            </a:lvl1pPr>
          </a:lstStyle>
          <a:p>
            <a:pPr lvl="0"/>
            <a:r>
              <a:rPr lang="en-US" sz="700"/>
              <a:t>RIGHT .50</a:t>
            </a:r>
          </a:p>
        </p:txBody>
      </p:sp>
      <p:sp>
        <p:nvSpPr>
          <p:cNvPr id="17" name="TextBox 16">
            <a:extLst>
              <a:ext uri="{FF2B5EF4-FFF2-40B4-BE49-F238E27FC236}">
                <a16:creationId xmlns:a16="http://schemas.microsoft.com/office/drawing/2014/main" id="{4A36DA14-291D-4B53-AA64-B5D2771E37D1}"/>
              </a:ext>
            </a:extLst>
          </p:cNvPr>
          <p:cNvSpPr txBox="1"/>
          <p:nvPr userDrawn="1"/>
        </p:nvSpPr>
        <p:spPr>
          <a:xfrm rot="16200000">
            <a:off x="10748834" y="-1139261"/>
            <a:ext cx="1779654" cy="200003"/>
          </a:xfrm>
          <a:prstGeom prst="rect">
            <a:avLst/>
          </a:prstGeom>
          <a:noFill/>
        </p:spPr>
        <p:txBody>
          <a:bodyPr wrap="none" rtlCol="0">
            <a:spAutoFit/>
          </a:bodyPr>
          <a:lstStyle/>
          <a:p>
            <a:r>
              <a:rPr lang="en-US" sz="700" b="1"/>
              <a:t>RIGHT MARGIN DO NOT GO BEYOND HERE</a:t>
            </a:r>
          </a:p>
        </p:txBody>
      </p:sp>
      <p:sp>
        <p:nvSpPr>
          <p:cNvPr id="19" name="TextBox 18">
            <a:extLst>
              <a:ext uri="{FF2B5EF4-FFF2-40B4-BE49-F238E27FC236}">
                <a16:creationId xmlns:a16="http://schemas.microsoft.com/office/drawing/2014/main" id="{07C064BA-20A6-45AE-95E9-1775F4BE9C18}"/>
              </a:ext>
            </a:extLst>
          </p:cNvPr>
          <p:cNvSpPr txBox="1"/>
          <p:nvPr userDrawn="1"/>
        </p:nvSpPr>
        <p:spPr>
          <a:xfrm rot="16200000">
            <a:off x="-291851" y="7795304"/>
            <a:ext cx="1713931" cy="200003"/>
          </a:xfrm>
          <a:prstGeom prst="rect">
            <a:avLst/>
          </a:prstGeom>
          <a:noFill/>
        </p:spPr>
        <p:txBody>
          <a:bodyPr wrap="none" rtlCol="0">
            <a:spAutoFit/>
          </a:bodyPr>
          <a:lstStyle/>
          <a:p>
            <a:r>
              <a:rPr lang="en-US" sz="700" b="1"/>
              <a:t>LEFT MARGIN DO NOT GO BEYOND HERE</a:t>
            </a:r>
          </a:p>
        </p:txBody>
      </p:sp>
    </p:spTree>
    <p:extLst>
      <p:ext uri="{BB962C8B-B14F-4D97-AF65-F5344CB8AC3E}">
        <p14:creationId xmlns:p14="http://schemas.microsoft.com/office/powerpoint/2010/main" val="38886720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9">
          <p15:clr>
            <a:srgbClr val="000000"/>
          </p15:clr>
        </p15:guide>
        <p15:guide id="2" orient="horz" pos="2160">
          <p15:clr>
            <a:srgbClr val="000000"/>
          </p15:clr>
        </p15:guide>
        <p15:guide id="3" orient="horz" pos="4032">
          <p15:clr>
            <a:srgbClr val="F26B43"/>
          </p15:clr>
        </p15:guide>
        <p15:guide id="4" orient="horz" pos="288">
          <p15:clr>
            <a:srgbClr val="F26B43"/>
          </p15:clr>
        </p15:guide>
        <p15:guide id="5" pos="7391">
          <p15:clr>
            <a:srgbClr val="F26B43"/>
          </p15:clr>
        </p15:guide>
        <p15:guide id="6" pos="287">
          <p15:clr>
            <a:srgbClr val="F26B43"/>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BASE LAYOUTS">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1D68C39-FBD5-4CB8-9E11-5ADC299551AA}"/>
              </a:ext>
            </a:extLst>
          </p:cNvPr>
          <p:cNvSpPr txBox="1"/>
          <p:nvPr userDrawn="1"/>
        </p:nvSpPr>
        <p:spPr>
          <a:xfrm>
            <a:off x="-750527" y="3228947"/>
            <a:ext cx="654176" cy="200055"/>
          </a:xfrm>
          <a:prstGeom prst="rect">
            <a:avLst/>
          </a:prstGeom>
          <a:noFill/>
        </p:spPr>
        <p:txBody>
          <a:bodyPr wrap="none" rtlCol="0">
            <a:spAutoFit/>
          </a:bodyPr>
          <a:lstStyle/>
          <a:p>
            <a:r>
              <a:rPr lang="en-US" sz="700" b="1"/>
              <a:t>0.00 CENTER</a:t>
            </a:r>
          </a:p>
        </p:txBody>
      </p:sp>
      <p:sp>
        <p:nvSpPr>
          <p:cNvPr id="6" name="TextBox 5">
            <a:extLst>
              <a:ext uri="{FF2B5EF4-FFF2-40B4-BE49-F238E27FC236}">
                <a16:creationId xmlns:a16="http://schemas.microsoft.com/office/drawing/2014/main" id="{2157B58F-2344-4198-B7B4-6D6F327DB2BD}"/>
              </a:ext>
            </a:extLst>
          </p:cNvPr>
          <p:cNvSpPr txBox="1"/>
          <p:nvPr userDrawn="1"/>
        </p:nvSpPr>
        <p:spPr>
          <a:xfrm rot="16200000">
            <a:off x="5867267" y="-475263"/>
            <a:ext cx="654346" cy="200003"/>
          </a:xfrm>
          <a:prstGeom prst="rect">
            <a:avLst/>
          </a:prstGeom>
          <a:noFill/>
        </p:spPr>
        <p:txBody>
          <a:bodyPr wrap="none" rtlCol="0">
            <a:spAutoFit/>
          </a:bodyPr>
          <a:lstStyle/>
          <a:p>
            <a:r>
              <a:rPr lang="en-US" sz="700" b="1"/>
              <a:t>0.00 CENTER</a:t>
            </a:r>
          </a:p>
        </p:txBody>
      </p:sp>
      <p:sp>
        <p:nvSpPr>
          <p:cNvPr id="8" name="TextBox 7">
            <a:extLst>
              <a:ext uri="{FF2B5EF4-FFF2-40B4-BE49-F238E27FC236}">
                <a16:creationId xmlns:a16="http://schemas.microsoft.com/office/drawing/2014/main" id="{D50C61B4-2850-4178-ADAF-FCD486B830C5}"/>
              </a:ext>
            </a:extLst>
          </p:cNvPr>
          <p:cNvSpPr txBox="1"/>
          <p:nvPr userDrawn="1"/>
        </p:nvSpPr>
        <p:spPr>
          <a:xfrm>
            <a:off x="-2016900" y="257147"/>
            <a:ext cx="1711882" cy="200055"/>
          </a:xfrm>
          <a:prstGeom prst="rect">
            <a:avLst/>
          </a:prstGeom>
          <a:noFill/>
        </p:spPr>
        <p:txBody>
          <a:bodyPr wrap="none" rtlCol="0">
            <a:spAutoFit/>
          </a:bodyPr>
          <a:lstStyle>
            <a:defPPr>
              <a:defRPr lang="en-US"/>
            </a:defPPr>
            <a:lvl1pPr>
              <a:defRPr sz="700" b="1"/>
            </a:lvl1pPr>
          </a:lstStyle>
          <a:p>
            <a:pPr lvl="0"/>
            <a:r>
              <a:rPr lang="en-US" sz="700"/>
              <a:t>TOP MARGIN DO NOT USE ABOVE SPACE</a:t>
            </a:r>
          </a:p>
        </p:txBody>
      </p:sp>
      <p:sp>
        <p:nvSpPr>
          <p:cNvPr id="10" name="TextBox 9">
            <a:extLst>
              <a:ext uri="{FF2B5EF4-FFF2-40B4-BE49-F238E27FC236}">
                <a16:creationId xmlns:a16="http://schemas.microsoft.com/office/drawing/2014/main" id="{14D441D5-5A56-4724-8626-274945B5CF90}"/>
              </a:ext>
            </a:extLst>
          </p:cNvPr>
          <p:cNvSpPr txBox="1"/>
          <p:nvPr userDrawn="1"/>
        </p:nvSpPr>
        <p:spPr>
          <a:xfrm>
            <a:off x="12201926" y="257147"/>
            <a:ext cx="1711882" cy="200055"/>
          </a:xfrm>
          <a:prstGeom prst="rect">
            <a:avLst/>
          </a:prstGeom>
          <a:noFill/>
        </p:spPr>
        <p:txBody>
          <a:bodyPr wrap="none" rtlCol="0">
            <a:spAutoFit/>
          </a:bodyPr>
          <a:lstStyle>
            <a:defPPr>
              <a:defRPr lang="en-US"/>
            </a:defPPr>
            <a:lvl1pPr>
              <a:defRPr sz="700" b="1"/>
            </a:lvl1pPr>
          </a:lstStyle>
          <a:p>
            <a:pPr lvl="0"/>
            <a:r>
              <a:rPr lang="en-US" sz="700"/>
              <a:t>TOP MARGIN DO NOT USE ABOVE SPACE</a:t>
            </a:r>
          </a:p>
        </p:txBody>
      </p:sp>
      <p:sp>
        <p:nvSpPr>
          <p:cNvPr id="12" name="TextBox 11">
            <a:extLst>
              <a:ext uri="{FF2B5EF4-FFF2-40B4-BE49-F238E27FC236}">
                <a16:creationId xmlns:a16="http://schemas.microsoft.com/office/drawing/2014/main" id="{730D132A-F08D-499D-8728-9D2F8FA074FD}"/>
              </a:ext>
            </a:extLst>
          </p:cNvPr>
          <p:cNvSpPr txBox="1"/>
          <p:nvPr userDrawn="1"/>
        </p:nvSpPr>
        <p:spPr>
          <a:xfrm>
            <a:off x="-2230435" y="6400802"/>
            <a:ext cx="1897783" cy="200055"/>
          </a:xfrm>
          <a:prstGeom prst="rect">
            <a:avLst/>
          </a:prstGeom>
          <a:noFill/>
        </p:spPr>
        <p:txBody>
          <a:bodyPr wrap="none" rtlCol="0">
            <a:spAutoFit/>
          </a:bodyPr>
          <a:lstStyle>
            <a:defPPr>
              <a:defRPr lang="en-US"/>
            </a:defPPr>
            <a:lvl1pPr>
              <a:defRPr sz="700" b="1"/>
            </a:lvl1pPr>
          </a:lstStyle>
          <a:p>
            <a:pPr lvl="0"/>
            <a:r>
              <a:rPr lang="en-US" sz="700"/>
              <a:t>BOTTOM MARGIN DO NOT USE ABOVE SPACE</a:t>
            </a:r>
          </a:p>
        </p:txBody>
      </p:sp>
      <p:sp>
        <p:nvSpPr>
          <p:cNvPr id="14" name="TextBox 13">
            <a:extLst>
              <a:ext uri="{FF2B5EF4-FFF2-40B4-BE49-F238E27FC236}">
                <a16:creationId xmlns:a16="http://schemas.microsoft.com/office/drawing/2014/main" id="{4E222948-082C-4C5A-8F1C-AC0B185F7613}"/>
              </a:ext>
            </a:extLst>
          </p:cNvPr>
          <p:cNvSpPr txBox="1"/>
          <p:nvPr userDrawn="1"/>
        </p:nvSpPr>
        <p:spPr>
          <a:xfrm>
            <a:off x="12194301" y="6411752"/>
            <a:ext cx="1897783" cy="200055"/>
          </a:xfrm>
          <a:prstGeom prst="rect">
            <a:avLst/>
          </a:prstGeom>
          <a:noFill/>
        </p:spPr>
        <p:txBody>
          <a:bodyPr wrap="none" rtlCol="0">
            <a:spAutoFit/>
          </a:bodyPr>
          <a:lstStyle>
            <a:defPPr>
              <a:defRPr lang="en-US"/>
            </a:defPPr>
            <a:lvl1pPr>
              <a:defRPr sz="700" b="1"/>
            </a:lvl1pPr>
          </a:lstStyle>
          <a:p>
            <a:pPr lvl="0"/>
            <a:r>
              <a:rPr lang="en-US" sz="700"/>
              <a:t>BOTTOM MARGIN DO NOT USE ABOVE SPACE</a:t>
            </a:r>
          </a:p>
        </p:txBody>
      </p:sp>
      <p:sp>
        <p:nvSpPr>
          <p:cNvPr id="16" name="TextBox 15">
            <a:extLst>
              <a:ext uri="{FF2B5EF4-FFF2-40B4-BE49-F238E27FC236}">
                <a16:creationId xmlns:a16="http://schemas.microsoft.com/office/drawing/2014/main" id="{37A5A3E2-9D54-41D5-A5AB-A4E069C65719}"/>
              </a:ext>
            </a:extLst>
          </p:cNvPr>
          <p:cNvSpPr txBox="1"/>
          <p:nvPr userDrawn="1"/>
        </p:nvSpPr>
        <p:spPr>
          <a:xfrm>
            <a:off x="-54754" y="-200055"/>
            <a:ext cx="487507" cy="200055"/>
          </a:xfrm>
          <a:prstGeom prst="rect">
            <a:avLst/>
          </a:prstGeom>
          <a:noFill/>
        </p:spPr>
        <p:txBody>
          <a:bodyPr wrap="none" rtlCol="0">
            <a:spAutoFit/>
          </a:bodyPr>
          <a:lstStyle>
            <a:defPPr>
              <a:defRPr lang="en-US"/>
            </a:defPPr>
            <a:lvl1pPr lvl="0">
              <a:defRPr sz="700" b="1"/>
            </a:lvl1pPr>
          </a:lstStyle>
          <a:p>
            <a:pPr lvl="0"/>
            <a:r>
              <a:rPr lang="en-US" sz="700"/>
              <a:t>LEFT .50</a:t>
            </a:r>
          </a:p>
        </p:txBody>
      </p:sp>
      <p:sp>
        <p:nvSpPr>
          <p:cNvPr id="18" name="TextBox 17">
            <a:extLst>
              <a:ext uri="{FF2B5EF4-FFF2-40B4-BE49-F238E27FC236}">
                <a16:creationId xmlns:a16="http://schemas.microsoft.com/office/drawing/2014/main" id="{068356BA-34E6-4386-BA2E-707DA5ABF287}"/>
              </a:ext>
            </a:extLst>
          </p:cNvPr>
          <p:cNvSpPr txBox="1"/>
          <p:nvPr userDrawn="1"/>
        </p:nvSpPr>
        <p:spPr>
          <a:xfrm>
            <a:off x="11114250" y="6858002"/>
            <a:ext cx="553213" cy="200055"/>
          </a:xfrm>
          <a:prstGeom prst="rect">
            <a:avLst/>
          </a:prstGeom>
          <a:noFill/>
        </p:spPr>
        <p:txBody>
          <a:bodyPr wrap="none" rtlCol="0">
            <a:spAutoFit/>
          </a:bodyPr>
          <a:lstStyle>
            <a:defPPr>
              <a:defRPr lang="en-US"/>
            </a:defPPr>
            <a:lvl1pPr lvl="0">
              <a:defRPr sz="700" b="1"/>
            </a:lvl1pPr>
          </a:lstStyle>
          <a:p>
            <a:pPr lvl="0"/>
            <a:r>
              <a:rPr lang="en-US" sz="700"/>
              <a:t>RIGHT .50</a:t>
            </a:r>
          </a:p>
        </p:txBody>
      </p:sp>
      <p:sp>
        <p:nvSpPr>
          <p:cNvPr id="20" name="TextBox 19">
            <a:extLst>
              <a:ext uri="{FF2B5EF4-FFF2-40B4-BE49-F238E27FC236}">
                <a16:creationId xmlns:a16="http://schemas.microsoft.com/office/drawing/2014/main" id="{FBA7AEFE-7D17-4516-9A6B-B5E080A02227}"/>
              </a:ext>
            </a:extLst>
          </p:cNvPr>
          <p:cNvSpPr txBox="1"/>
          <p:nvPr userDrawn="1"/>
        </p:nvSpPr>
        <p:spPr>
          <a:xfrm rot="16200000">
            <a:off x="10748834" y="-1139261"/>
            <a:ext cx="1779654" cy="200003"/>
          </a:xfrm>
          <a:prstGeom prst="rect">
            <a:avLst/>
          </a:prstGeom>
          <a:noFill/>
        </p:spPr>
        <p:txBody>
          <a:bodyPr wrap="none" rtlCol="0">
            <a:spAutoFit/>
          </a:bodyPr>
          <a:lstStyle/>
          <a:p>
            <a:r>
              <a:rPr lang="en-US" sz="700" b="1"/>
              <a:t>RIGHT MARGIN DO NOT GO BEYOND HERE</a:t>
            </a:r>
          </a:p>
        </p:txBody>
      </p:sp>
      <p:sp>
        <p:nvSpPr>
          <p:cNvPr id="22" name="TextBox 21">
            <a:extLst>
              <a:ext uri="{FF2B5EF4-FFF2-40B4-BE49-F238E27FC236}">
                <a16:creationId xmlns:a16="http://schemas.microsoft.com/office/drawing/2014/main" id="{10146B3A-587B-4338-8B13-93261BA9A62D}"/>
              </a:ext>
            </a:extLst>
          </p:cNvPr>
          <p:cNvSpPr txBox="1"/>
          <p:nvPr userDrawn="1"/>
        </p:nvSpPr>
        <p:spPr>
          <a:xfrm rot="16200000">
            <a:off x="-291851" y="7795304"/>
            <a:ext cx="1713931" cy="200003"/>
          </a:xfrm>
          <a:prstGeom prst="rect">
            <a:avLst/>
          </a:prstGeom>
          <a:noFill/>
        </p:spPr>
        <p:txBody>
          <a:bodyPr wrap="none" rtlCol="0">
            <a:spAutoFit/>
          </a:bodyPr>
          <a:lstStyle/>
          <a:p>
            <a:r>
              <a:rPr lang="en-US" sz="700" b="1"/>
              <a:t>LEFT MARGIN DO NOT GO BEYOND HERE</a:t>
            </a:r>
          </a:p>
        </p:txBody>
      </p:sp>
    </p:spTree>
    <p:extLst>
      <p:ext uri="{BB962C8B-B14F-4D97-AF65-F5344CB8AC3E}">
        <p14:creationId xmlns:p14="http://schemas.microsoft.com/office/powerpoint/2010/main" val="22078800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5ACBF0"/>
          </p15:clr>
        </p15:guide>
        <p15:guide id="2" pos="3839">
          <p15:clr>
            <a:srgbClr val="5ACBF0"/>
          </p15:clr>
        </p15:guide>
        <p15:guide id="3" pos="287">
          <p15:clr>
            <a:srgbClr val="5ACBF0"/>
          </p15:clr>
        </p15:guide>
        <p15:guide id="4" pos="7391">
          <p15:clr>
            <a:srgbClr val="5ACBF0"/>
          </p15:clr>
        </p15:guide>
        <p15:guide id="5" orient="horz" pos="4032">
          <p15:clr>
            <a:srgbClr val="5ACBF0"/>
          </p15:clr>
        </p15:guide>
        <p15:guide id="6"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0046" y="548645"/>
            <a:ext cx="11427025" cy="430887"/>
          </a:xfrm>
        </p:spPr>
        <p:txBody>
          <a:bodyPr/>
          <a:lstStyle>
            <a:lvl1pPr>
              <a:defRPr sz="3198">
                <a:solidFill>
                  <a:schemeClr val="tx2"/>
                </a:solidFill>
              </a:defRPr>
            </a:lvl1pPr>
          </a:lstStyle>
          <a:p>
            <a:r>
              <a:rPr lang="en-US"/>
              <a:t>CLICK TO ADD TITLE</a:t>
            </a:r>
          </a:p>
        </p:txBody>
      </p:sp>
      <p:sp>
        <p:nvSpPr>
          <p:cNvPr id="3" name="Rectangle 3"/>
          <p:cNvSpPr>
            <a:spLocks noGrp="1" noChangeArrowheads="1"/>
          </p:cNvSpPr>
          <p:nvPr>
            <p:ph type="subTitle" idx="1" hasCustomPrompt="1"/>
          </p:nvPr>
        </p:nvSpPr>
        <p:spPr bwMode="white">
          <a:xfrm>
            <a:off x="390045" y="1097285"/>
            <a:ext cx="11428808" cy="295465"/>
          </a:xfrm>
          <a:noFill/>
          <a:ln>
            <a:noFill/>
          </a:ln>
        </p:spPr>
        <p:txBody>
          <a:bodyPr vert="horz" wrap="square" lIns="0" tIns="0" rIns="0" bIns="0" numCol="1" anchor="t" anchorCtr="0" compatLnSpc="1">
            <a:prstTxWarp prst="textNoShape">
              <a:avLst/>
            </a:prstTxWarp>
            <a:spAutoFit/>
          </a:bodyPr>
          <a:lstStyle>
            <a:lvl1pPr marL="380695" indent="-380695">
              <a:buNone/>
              <a:defRPr lang="en-US" sz="2131" b="0" dirty="0">
                <a:solidFill>
                  <a:schemeClr val="bg2">
                    <a:lumMod val="50000"/>
                  </a:schemeClr>
                </a:solidFill>
                <a:latin typeface="+mn-lt"/>
                <a:ea typeface="ＭＳ Ｐゴシック" pitchFamily="34" charset="-128"/>
              </a:defRPr>
            </a:lvl1pPr>
          </a:lstStyle>
          <a:p>
            <a:pPr marL="0" lvl="0" indent="0" eaLnBrk="1" hangingPunct="1"/>
            <a:r>
              <a:rPr lang="en-US"/>
              <a:t>SUBTITLE</a:t>
            </a:r>
          </a:p>
        </p:txBody>
      </p:sp>
      <p:sp>
        <p:nvSpPr>
          <p:cNvPr id="4" name="Content Placeholder 2"/>
          <p:cNvSpPr>
            <a:spLocks noGrp="1"/>
          </p:cNvSpPr>
          <p:nvPr>
            <p:ph sz="quarter" idx="10" hasCustomPrompt="1"/>
          </p:nvPr>
        </p:nvSpPr>
        <p:spPr bwMode="gray">
          <a:xfrm>
            <a:off x="390045" y="1828805"/>
            <a:ext cx="11428808" cy="1460913"/>
          </a:xfrm>
        </p:spPr>
        <p:txBody>
          <a:bodyPr/>
          <a:lstStyle>
            <a:lvl1pPr>
              <a:buClr>
                <a:schemeClr val="accent1"/>
              </a:buClr>
              <a:defRPr sz="2665"/>
            </a:lvl1pPr>
            <a:lvl2pPr>
              <a:buClr>
                <a:schemeClr val="accent1"/>
              </a:buClr>
              <a:defRPr sz="2398"/>
            </a:lvl2pPr>
            <a:lvl3pPr>
              <a:buClr>
                <a:schemeClr val="accent1"/>
              </a:buClr>
              <a:defRPr sz="2131"/>
            </a:lvl3pPr>
            <a:lvl4pPr>
              <a:buClr>
                <a:schemeClr val="accent1"/>
              </a:buClr>
              <a:defRPr sz="1865"/>
            </a:lvl4pPr>
            <a:lvl5pPr>
              <a:defRPr sz="2398"/>
            </a:lvl5pPr>
          </a:lstStyle>
          <a:p>
            <a:pPr lvl="0"/>
            <a:r>
              <a:rPr lang="en-US"/>
              <a:t>First level</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8512695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F212E43-CC09-044B-A195-5B5B5FD3E9C8}"/>
              </a:ext>
            </a:extLst>
          </p:cNvPr>
          <p:cNvCxnSpPr>
            <a:cxnSpLocks/>
          </p:cNvCxnSpPr>
          <p:nvPr userDrawn="1"/>
        </p:nvCxnSpPr>
        <p:spPr>
          <a:xfrm>
            <a:off x="429559" y="1267678"/>
            <a:ext cx="4546478" cy="0"/>
          </a:xfrm>
          <a:prstGeom prst="line">
            <a:avLst/>
          </a:prstGeom>
          <a:noFill/>
          <a:ln w="25400" cap="flat" cmpd="sng" algn="ctr">
            <a:solidFill>
              <a:srgbClr val="30E3D0"/>
            </a:solidFill>
            <a:prstDash val="solid"/>
            <a:miter lim="800000"/>
          </a:ln>
          <a:effectLst/>
        </p:spPr>
      </p:cxnSp>
      <p:pic>
        <p:nvPicPr>
          <p:cNvPr id="12" name="Picture 11" descr="A picture containing drawing, light&#10;&#10;Description automatically generated">
            <a:extLst>
              <a:ext uri="{FF2B5EF4-FFF2-40B4-BE49-F238E27FC236}">
                <a16:creationId xmlns:a16="http://schemas.microsoft.com/office/drawing/2014/main" id="{73F93404-E0FE-7941-90A4-775A88D6961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1999" y="6392508"/>
            <a:ext cx="1089974" cy="247681"/>
          </a:xfrm>
          <a:prstGeom prst="rect">
            <a:avLst/>
          </a:prstGeom>
        </p:spPr>
      </p:pic>
      <p:sp>
        <p:nvSpPr>
          <p:cNvPr id="13" name="Content Placeholder 4">
            <a:extLst>
              <a:ext uri="{FF2B5EF4-FFF2-40B4-BE49-F238E27FC236}">
                <a16:creationId xmlns:a16="http://schemas.microsoft.com/office/drawing/2014/main" id="{AA4CF018-FE52-4858-A1AE-D8072CB99FED}"/>
              </a:ext>
            </a:extLst>
          </p:cNvPr>
          <p:cNvSpPr>
            <a:spLocks noGrp="1"/>
          </p:cNvSpPr>
          <p:nvPr>
            <p:ph sz="quarter" idx="15"/>
          </p:nvPr>
        </p:nvSpPr>
        <p:spPr>
          <a:xfrm>
            <a:off x="430101" y="1457326"/>
            <a:ext cx="10657286" cy="4825447"/>
          </a:xfrm>
          <a:prstGeom prst="rect">
            <a:avLst/>
          </a:prstGeom>
        </p:spPr>
        <p:txBody>
          <a:bodyPr/>
          <a:lstStyle>
            <a:lvl1pPr marL="215935" indent="-215935">
              <a:lnSpc>
                <a:spcPct val="180000"/>
              </a:lnSpc>
              <a:buClr>
                <a:schemeClr val="accent4"/>
              </a:buClr>
              <a:buFont typeface="Wingdings" panose="05000000000000000000" pitchFamily="2" charset="2"/>
              <a:buChar char="§"/>
              <a:defRPr sz="1799"/>
            </a:lvl1pPr>
            <a:lvl2pPr marL="715748" indent="-215935">
              <a:lnSpc>
                <a:spcPct val="120000"/>
              </a:lnSpc>
              <a:spcBef>
                <a:spcPts val="0"/>
              </a:spcBef>
              <a:buClr>
                <a:schemeClr val="accent4"/>
              </a:buClr>
              <a:buFont typeface="Arial" panose="020B0604020202020204" pitchFamily="34" charset="0"/>
              <a:buChar char="‒"/>
              <a:defRPr sz="1600"/>
            </a:lvl2pPr>
            <a:lvl3pPr marL="1370915" indent="-457063">
              <a:lnSpc>
                <a:spcPct val="120000"/>
              </a:lnSpc>
              <a:buClr>
                <a:schemeClr val="accent4"/>
              </a:buClr>
              <a:buFont typeface="Wingdings" panose="05000000000000000000" pitchFamily="2" charset="2"/>
              <a:buChar char="§"/>
              <a:defRPr sz="1600"/>
            </a:lvl3pPr>
            <a:lvl4pPr marL="1713575" indent="-342797">
              <a:lnSpc>
                <a:spcPct val="120000"/>
              </a:lnSpc>
              <a:buClr>
                <a:schemeClr val="accent4"/>
              </a:buClr>
              <a:buFont typeface="Wingdings" panose="05000000000000000000" pitchFamily="2" charset="2"/>
              <a:buChar char="§"/>
              <a:defRPr sz="1400"/>
            </a:lvl4pPr>
            <a:lvl5pPr marL="2170501" indent="-342797">
              <a:lnSpc>
                <a:spcPct val="120000"/>
              </a:lnSpc>
              <a:buClr>
                <a:schemeClr val="accent4"/>
              </a:buClr>
              <a:buFont typeface="Wingdings" panose="05000000000000000000" pitchFamily="2" charset="2"/>
              <a:buChar char="§"/>
              <a:defRPr sz="1400"/>
            </a:lvl5pPr>
          </a:lstStyle>
          <a:p>
            <a:pPr lvl="0"/>
            <a:r>
              <a:rPr lang="en-US"/>
              <a:t>Click to edit Master text styles</a:t>
            </a:r>
          </a:p>
          <a:p>
            <a:pPr lvl="1"/>
            <a:r>
              <a:rPr lang="en-US"/>
              <a:t>Second level</a:t>
            </a:r>
          </a:p>
        </p:txBody>
      </p:sp>
      <p:sp>
        <p:nvSpPr>
          <p:cNvPr id="16" name="Text Placeholder 2">
            <a:extLst>
              <a:ext uri="{FF2B5EF4-FFF2-40B4-BE49-F238E27FC236}">
                <a16:creationId xmlns:a16="http://schemas.microsoft.com/office/drawing/2014/main" id="{35874ED8-73DE-4B77-AAA5-44910E9AD4CE}"/>
              </a:ext>
            </a:extLst>
          </p:cNvPr>
          <p:cNvSpPr>
            <a:spLocks noGrp="1"/>
          </p:cNvSpPr>
          <p:nvPr>
            <p:ph type="body" sz="quarter" idx="14" hasCustomPrompt="1"/>
          </p:nvPr>
        </p:nvSpPr>
        <p:spPr>
          <a:xfrm>
            <a:off x="482578" y="218649"/>
            <a:ext cx="11227542" cy="1049026"/>
          </a:xfrm>
          <a:prstGeom prst="rect">
            <a:avLst/>
          </a:prstGeom>
        </p:spPr>
        <p:txBody>
          <a:bodyPr lIns="0" tIns="108000" rIns="0" bIns="0" anchor="b" anchorCtr="0">
            <a:noAutofit/>
          </a:bodyPr>
          <a:lstStyle>
            <a:lvl1pPr marL="0" marR="0" indent="0" algn="l" defTabSz="913852" rtl="0" eaLnBrk="1" fontAlgn="auto" latinLnBrk="0" hangingPunct="1">
              <a:lnSpc>
                <a:spcPct val="80000"/>
              </a:lnSpc>
              <a:spcBef>
                <a:spcPts val="0"/>
              </a:spcBef>
              <a:spcAft>
                <a:spcPts val="0"/>
              </a:spcAft>
              <a:buClrTx/>
              <a:buSzTx/>
              <a:buFont typeface="Arial" panose="020B0604020202020204" pitchFamily="34" charset="0"/>
              <a:buNone/>
              <a:tabLst/>
              <a:defRPr sz="3199" b="1" spc="-100" baseline="0">
                <a:solidFill>
                  <a:schemeClr val="bg1"/>
                </a:solidFill>
                <a:latin typeface="Arial" panose="020B0604020202020204" pitchFamily="34" charset="0"/>
                <a:cs typeface="Arial" panose="020B0604020202020204" pitchFamily="34" charset="0"/>
              </a:defRPr>
            </a:lvl1pPr>
            <a:lvl2pPr marL="456926" indent="0">
              <a:buNone/>
              <a:defRPr sz="3199" b="1" spc="-100" baseline="0">
                <a:latin typeface="Arial" panose="020B0604020202020204" pitchFamily="34" charset="0"/>
                <a:cs typeface="Arial" panose="020B0604020202020204" pitchFamily="34" charset="0"/>
              </a:defRPr>
            </a:lvl2pPr>
            <a:lvl3pPr marL="913852" indent="0">
              <a:buNone/>
              <a:defRPr sz="3199" b="1" spc="-100" baseline="0">
                <a:latin typeface="Arial" panose="020B0604020202020204" pitchFamily="34" charset="0"/>
                <a:cs typeface="Arial" panose="020B0604020202020204" pitchFamily="34" charset="0"/>
              </a:defRPr>
            </a:lvl3pPr>
            <a:lvl4pPr marL="1370778" indent="0">
              <a:buNone/>
              <a:defRPr sz="3199" b="1" spc="-100" baseline="0">
                <a:latin typeface="Arial" panose="020B0604020202020204" pitchFamily="34" charset="0"/>
                <a:cs typeface="Arial" panose="020B0604020202020204" pitchFamily="34" charset="0"/>
              </a:defRPr>
            </a:lvl4pPr>
            <a:lvl5pPr marL="1827704" indent="0">
              <a:buNone/>
              <a:defRPr sz="3199" b="1" spc="-100" baseline="0">
                <a:latin typeface="Arial" panose="020B0604020202020204" pitchFamily="34" charset="0"/>
                <a:cs typeface="Arial" panose="020B0604020202020204" pitchFamily="34" charset="0"/>
              </a:defRPr>
            </a:lvl5pPr>
          </a:lstStyle>
          <a:p>
            <a:pPr marL="0" marR="0" lvl="0" indent="0" algn="l" defTabSz="913852" rtl="0" eaLnBrk="1" fontAlgn="auto" latinLnBrk="0" hangingPunct="1">
              <a:lnSpc>
                <a:spcPct val="80000"/>
              </a:lnSpc>
              <a:spcBef>
                <a:spcPts val="0"/>
              </a:spcBef>
              <a:spcAft>
                <a:spcPts val="0"/>
              </a:spcAft>
              <a:buClrTx/>
              <a:buSzTx/>
              <a:buFont typeface="Arial" panose="020B0604020202020204" pitchFamily="34" charset="0"/>
              <a:buNone/>
              <a:tabLst/>
              <a:defRPr/>
            </a:pPr>
            <a:r>
              <a:rPr lang="en-GB"/>
              <a:t>REPLACE THIS TITLE WITH YOUR OWN REPLACE THIS TITLE WITH YOUR OWN </a:t>
            </a:r>
          </a:p>
        </p:txBody>
      </p:sp>
    </p:spTree>
    <p:extLst>
      <p:ext uri="{BB962C8B-B14F-4D97-AF65-F5344CB8AC3E}">
        <p14:creationId xmlns:p14="http://schemas.microsoft.com/office/powerpoint/2010/main" val="29367142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838" userDrawn="1">
          <p15:clr>
            <a:srgbClr val="FBAE40"/>
          </p15:clr>
        </p15:guide>
        <p15:guide id="2" orient="horz" pos="2160" userDrawn="1">
          <p15:clr>
            <a:srgbClr val="FBAE40"/>
          </p15:clr>
        </p15:guide>
        <p15:guide id="3" orient="horz" pos="300" userDrawn="1">
          <p15:clr>
            <a:srgbClr val="FBAE40"/>
          </p15:clr>
        </p15:guide>
        <p15:guide id="4" pos="7375" userDrawn="1">
          <p15:clr>
            <a:srgbClr val="FBAE40"/>
          </p15:clr>
        </p15:guide>
        <p15:guide id="5" pos="301" userDrawn="1">
          <p15:clr>
            <a:srgbClr val="FBAE40"/>
          </p15:clr>
        </p15:guide>
        <p15:guide id="6" orient="horz" pos="402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_Right Sideba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C7544-01B9-D640-AD1A-A9C70E4FFCE5}"/>
              </a:ext>
            </a:extLst>
          </p:cNvPr>
          <p:cNvSpPr>
            <a:spLocks noGrp="1"/>
          </p:cNvSpPr>
          <p:nvPr>
            <p:ph type="title" hasCustomPrompt="1"/>
          </p:nvPr>
        </p:nvSpPr>
        <p:spPr>
          <a:xfrm>
            <a:off x="548497" y="365760"/>
            <a:ext cx="7465003" cy="588352"/>
          </a:xfrm>
        </p:spPr>
        <p:txBody>
          <a:bodyPr/>
          <a:lstStyle>
            <a:lvl1pPr>
              <a:lnSpc>
                <a:spcPts val="3599"/>
              </a:lnSpc>
              <a:defRPr sz="2799"/>
            </a:lvl1pPr>
          </a:lstStyle>
          <a:p>
            <a:r>
              <a:rPr lang="en-US"/>
              <a:t>ADD SLIDE TITLE (CAPS)</a:t>
            </a:r>
          </a:p>
        </p:txBody>
      </p:sp>
      <p:pic>
        <p:nvPicPr>
          <p:cNvPr id="12" name="Picture 11">
            <a:extLst>
              <a:ext uri="{FF2B5EF4-FFF2-40B4-BE49-F238E27FC236}">
                <a16:creationId xmlns:a16="http://schemas.microsoft.com/office/drawing/2014/main" id="{1CAFAF21-9F39-CC4D-AFB4-DA8C7A5F7940}"/>
              </a:ext>
            </a:extLst>
          </p:cNvPr>
          <p:cNvPicPr>
            <a:picLocks noChangeAspect="1"/>
          </p:cNvPicPr>
          <p:nvPr userDrawn="1"/>
        </p:nvPicPr>
        <p:blipFill>
          <a:blip r:embed="rId2"/>
          <a:stretch>
            <a:fillRect/>
          </a:stretch>
        </p:blipFill>
        <p:spPr>
          <a:xfrm>
            <a:off x="-62504" y="786384"/>
            <a:ext cx="12251329" cy="758838"/>
          </a:xfrm>
          <a:prstGeom prst="rect">
            <a:avLst/>
          </a:prstGeom>
        </p:spPr>
      </p:pic>
      <p:sp>
        <p:nvSpPr>
          <p:cNvPr id="3" name="Content Placeholder 2">
            <a:extLst>
              <a:ext uri="{FF2B5EF4-FFF2-40B4-BE49-F238E27FC236}">
                <a16:creationId xmlns:a16="http://schemas.microsoft.com/office/drawing/2014/main" id="{FEB4E041-1267-7242-A5AD-509C78D6264A}"/>
              </a:ext>
            </a:extLst>
          </p:cNvPr>
          <p:cNvSpPr>
            <a:spLocks noGrp="1"/>
          </p:cNvSpPr>
          <p:nvPr>
            <p:ph idx="1"/>
          </p:nvPr>
        </p:nvSpPr>
        <p:spPr>
          <a:xfrm>
            <a:off x="548497" y="2057400"/>
            <a:ext cx="7465003" cy="3867910"/>
          </a:xfrm>
        </p:spPr>
        <p:txBody>
          <a:bodyPr/>
          <a:lstStyle>
            <a:lvl1pPr marL="172986" indent="-172986">
              <a:tabLst/>
              <a:defRPr/>
            </a:lvl1pPr>
            <a:lvl2pPr marL="347559" indent="-171399">
              <a:tabLst/>
              <a:defRPr/>
            </a:lvl2pPr>
            <a:lvl3pPr marL="512609" indent="-168225">
              <a:tabLst/>
              <a:defRPr/>
            </a:lvl3pPr>
            <a:lvl4pPr marL="685594" indent="-166638">
              <a:tabLst/>
              <a:defRPr/>
            </a:lvl4pPr>
            <a:lvl5pPr marL="858580" indent="-17139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751B7AB0-5E38-1346-A66E-F46DEEF7C4DF}"/>
              </a:ext>
            </a:extLst>
          </p:cNvPr>
          <p:cNvCxnSpPr/>
          <p:nvPr userDrawn="1"/>
        </p:nvCxnSpPr>
        <p:spPr>
          <a:xfrm>
            <a:off x="0" y="6311134"/>
            <a:ext cx="12188825" cy="0"/>
          </a:xfrm>
          <a:prstGeom prst="line">
            <a:avLst/>
          </a:prstGeom>
          <a:ln>
            <a:solidFill>
              <a:srgbClr val="9EACB5"/>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91B7BD4-BAB1-4B40-8A26-FEE80058B66E}"/>
              </a:ext>
            </a:extLst>
          </p:cNvPr>
          <p:cNvSpPr/>
          <p:nvPr userDrawn="1"/>
        </p:nvSpPr>
        <p:spPr>
          <a:xfrm>
            <a:off x="8198808" y="0"/>
            <a:ext cx="3990017" cy="6309360"/>
          </a:xfrm>
          <a:prstGeom prst="rect">
            <a:avLst/>
          </a:prstGeom>
          <a:gradFill flip="none" rotWithShape="1">
            <a:gsLst>
              <a:gs pos="100000">
                <a:srgbClr val="002F5F"/>
              </a:gs>
              <a:gs pos="0">
                <a:srgbClr val="0066B3"/>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6" name="Text Placeholder 15">
            <a:extLst>
              <a:ext uri="{FF2B5EF4-FFF2-40B4-BE49-F238E27FC236}">
                <a16:creationId xmlns:a16="http://schemas.microsoft.com/office/drawing/2014/main" id="{3ABBDC4B-F2FB-1842-B78B-1A31BB9DE0E0}"/>
              </a:ext>
            </a:extLst>
          </p:cNvPr>
          <p:cNvSpPr>
            <a:spLocks noGrp="1"/>
          </p:cNvSpPr>
          <p:nvPr>
            <p:ph type="body" sz="quarter" idx="13" hasCustomPrompt="1"/>
          </p:nvPr>
        </p:nvSpPr>
        <p:spPr>
          <a:xfrm>
            <a:off x="548497" y="1371602"/>
            <a:ext cx="7465003" cy="647689"/>
          </a:xfrm>
        </p:spPr>
        <p:txBody>
          <a:bodyPr/>
          <a:lstStyle>
            <a:lvl1pPr marL="0" indent="0">
              <a:spcBef>
                <a:spcPts val="0"/>
              </a:spcBef>
              <a:buNone/>
              <a:tabLst/>
              <a:defRPr sz="1799">
                <a:solidFill>
                  <a:srgbClr val="0066B3"/>
                </a:solidFill>
              </a:defRPr>
            </a:lvl1pPr>
            <a:lvl2pPr>
              <a:buNone/>
              <a:defRPr>
                <a:solidFill>
                  <a:srgbClr val="0066B3"/>
                </a:solidFill>
              </a:defRPr>
            </a:lvl2pPr>
            <a:lvl3pPr>
              <a:buNone/>
              <a:defRPr>
                <a:solidFill>
                  <a:srgbClr val="0066B3"/>
                </a:solidFill>
              </a:defRPr>
            </a:lvl3pPr>
            <a:lvl4pPr>
              <a:buNone/>
              <a:defRPr>
                <a:solidFill>
                  <a:srgbClr val="0066B3"/>
                </a:solidFill>
              </a:defRPr>
            </a:lvl4pPr>
            <a:lvl5pPr>
              <a:buNone/>
              <a:defRPr>
                <a:solidFill>
                  <a:srgbClr val="0066B3"/>
                </a:solidFill>
              </a:defRPr>
            </a:lvl5pPr>
          </a:lstStyle>
          <a:p>
            <a:pPr lvl="0"/>
            <a:r>
              <a:rPr lang="en-US"/>
              <a:t>Click to add header</a:t>
            </a:r>
          </a:p>
        </p:txBody>
      </p:sp>
      <p:sp>
        <p:nvSpPr>
          <p:cNvPr id="14" name="Slide Number Placeholder 5">
            <a:extLst>
              <a:ext uri="{FF2B5EF4-FFF2-40B4-BE49-F238E27FC236}">
                <a16:creationId xmlns:a16="http://schemas.microsoft.com/office/drawing/2014/main" id="{1357B5B3-D980-D842-9604-1E0D9D6FDB29}"/>
              </a:ext>
            </a:extLst>
          </p:cNvPr>
          <p:cNvSpPr txBox="1">
            <a:spLocks/>
          </p:cNvSpPr>
          <p:nvPr userDrawn="1"/>
        </p:nvSpPr>
        <p:spPr>
          <a:xfrm>
            <a:off x="9178185" y="6501384"/>
            <a:ext cx="2742486" cy="228600"/>
          </a:xfrm>
          <a:prstGeom prst="rect">
            <a:avLst/>
          </a:prstGeom>
        </p:spPr>
        <p:txBody>
          <a:bodyPr vert="horz" lIns="91416" tIns="45708" rIns="91416" bIns="45708" rtlCol="0" anchor="ctr"/>
          <a:lstStyle>
            <a:defPPr>
              <a:defRPr lang="en-US"/>
            </a:defPPr>
            <a:lvl1pPr marL="0" algn="r" defTabSz="457200" rtl="0" eaLnBrk="1" latinLnBrk="0" hangingPunct="1">
              <a:defRPr sz="9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2DD37A8-F306-4843-BBA9-063157ECD441}" type="slidenum">
              <a:rPr lang="en-US" sz="900" smtClean="0"/>
              <a:pPr/>
              <a:t>‹#›</a:t>
            </a:fld>
            <a:endParaRPr lang="en-US" sz="900"/>
          </a:p>
        </p:txBody>
      </p:sp>
      <p:cxnSp>
        <p:nvCxnSpPr>
          <p:cNvPr id="13" name="Straight Connector 12">
            <a:extLst>
              <a:ext uri="{FF2B5EF4-FFF2-40B4-BE49-F238E27FC236}">
                <a16:creationId xmlns:a16="http://schemas.microsoft.com/office/drawing/2014/main" id="{3BCF22BB-AFA2-DF4C-AE65-3337441CE4F3}"/>
              </a:ext>
            </a:extLst>
          </p:cNvPr>
          <p:cNvCxnSpPr/>
          <p:nvPr userDrawn="1"/>
        </p:nvCxnSpPr>
        <p:spPr>
          <a:xfrm>
            <a:off x="0" y="786384"/>
            <a:ext cx="12188825" cy="0"/>
          </a:xfrm>
          <a:prstGeom prst="line">
            <a:avLst/>
          </a:prstGeom>
          <a:ln>
            <a:solidFill>
              <a:srgbClr val="9EACB5"/>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235CB656-8C20-48DC-AFE1-998BE830BCA4}"/>
              </a:ext>
            </a:extLst>
          </p:cNvPr>
          <p:cNvSpPr>
            <a:spLocks noGrp="1"/>
          </p:cNvSpPr>
          <p:nvPr>
            <p:ph type="body" sz="quarter" idx="16" hasCustomPrompt="1"/>
          </p:nvPr>
        </p:nvSpPr>
        <p:spPr>
          <a:xfrm>
            <a:off x="8777078" y="1847596"/>
            <a:ext cx="2833478" cy="392684"/>
          </a:xfrm>
        </p:spPr>
        <p:txBody>
          <a:bodyPr/>
          <a:lstStyle>
            <a:lvl1pPr marL="0" indent="0" algn="ctr">
              <a:buFontTx/>
              <a:buNone/>
              <a:defRPr sz="1000" b="1" spc="300">
                <a:solidFill>
                  <a:srgbClr val="C2D836"/>
                </a:solidFill>
              </a:defRPr>
            </a:lvl1pPr>
            <a:lvl5pPr>
              <a:defRPr/>
            </a:lvl5pPr>
          </a:lstStyle>
          <a:p>
            <a:pPr lvl="0"/>
            <a:r>
              <a:rPr lang="en-US"/>
              <a:t>SUBHEAD HERE</a:t>
            </a:r>
          </a:p>
        </p:txBody>
      </p:sp>
      <p:sp>
        <p:nvSpPr>
          <p:cNvPr id="17" name="Text Placeholder 16">
            <a:extLst>
              <a:ext uri="{FF2B5EF4-FFF2-40B4-BE49-F238E27FC236}">
                <a16:creationId xmlns:a16="http://schemas.microsoft.com/office/drawing/2014/main" id="{474E52FC-4BCD-4CB4-AD54-1D3F5343B658}"/>
              </a:ext>
            </a:extLst>
          </p:cNvPr>
          <p:cNvSpPr>
            <a:spLocks noGrp="1"/>
          </p:cNvSpPr>
          <p:nvPr>
            <p:ph type="body" sz="quarter" idx="17" hasCustomPrompt="1"/>
          </p:nvPr>
        </p:nvSpPr>
        <p:spPr>
          <a:xfrm>
            <a:off x="8512563" y="2486406"/>
            <a:ext cx="3362508" cy="2579370"/>
          </a:xfrm>
        </p:spPr>
        <p:txBody>
          <a:bodyPr/>
          <a:lstStyle>
            <a:lvl1pPr>
              <a:defRPr sz="1600">
                <a:solidFill>
                  <a:schemeClr val="bg1"/>
                </a:solidFill>
              </a:defRPr>
            </a:lvl1pPr>
          </a:lstStyle>
          <a:p>
            <a:pPr lvl="0"/>
            <a:r>
              <a:rPr lang="en-US"/>
              <a:t>Click to add text </a:t>
            </a:r>
            <a:r>
              <a:rPr lang="en-US" err="1">
                <a:solidFill>
                  <a:schemeClr val="bg1"/>
                </a:solidFill>
                <a:latin typeface="Arial" panose="020B0604020202020204" pitchFamily="34" charset="0"/>
                <a:cs typeface="Arial" panose="020B0604020202020204" pitchFamily="34" charset="0"/>
              </a:rPr>
              <a:t>Lorrumet</a:t>
            </a:r>
            <a:r>
              <a:rPr lang="en-US">
                <a:solidFill>
                  <a:schemeClr val="bg1"/>
                </a:solidFill>
                <a:latin typeface="Arial" panose="020B0604020202020204" pitchFamily="34" charset="0"/>
                <a:cs typeface="Arial" panose="020B0604020202020204" pitchFamily="34" charset="0"/>
              </a:rPr>
              <a:t> and a con sed </a:t>
            </a:r>
            <a:r>
              <a:rPr lang="en-US" err="1">
                <a:solidFill>
                  <a:schemeClr val="bg1"/>
                </a:solidFill>
                <a:latin typeface="Arial" panose="020B0604020202020204" pitchFamily="34" charset="0"/>
                <a:cs typeface="Arial" panose="020B0604020202020204" pitchFamily="34" charset="0"/>
              </a:rPr>
              <a:t>everum</a:t>
            </a:r>
            <a:r>
              <a:rPr lang="en-US">
                <a:solidFill>
                  <a:schemeClr val="bg1"/>
                </a:solidFill>
                <a:latin typeface="Arial" panose="020B0604020202020204" pitchFamily="34" charset="0"/>
                <a:cs typeface="Arial" panose="020B0604020202020204" pitchFamily="34" charset="0"/>
              </a:rPr>
              <a:t> </a:t>
            </a:r>
            <a:r>
              <a:rPr lang="en-US" err="1">
                <a:solidFill>
                  <a:schemeClr val="bg1"/>
                </a:solidFill>
                <a:latin typeface="Arial" panose="020B0604020202020204" pitchFamily="34" charset="0"/>
                <a:cs typeface="Arial" panose="020B0604020202020204" pitchFamily="34" charset="0"/>
              </a:rPr>
              <a:t>senditi</a:t>
            </a:r>
            <a:r>
              <a:rPr lang="en-US">
                <a:solidFill>
                  <a:schemeClr val="bg1"/>
                </a:solidFill>
                <a:latin typeface="Arial" panose="020B0604020202020204" pitchFamily="34" charset="0"/>
                <a:cs typeface="Arial" panose="020B0604020202020204" pitchFamily="34" charset="0"/>
              </a:rPr>
              <a:t> um fug </a:t>
            </a:r>
            <a:r>
              <a:rPr lang="en-US" err="1">
                <a:solidFill>
                  <a:schemeClr val="bg1"/>
                </a:solidFill>
                <a:latin typeface="Arial" panose="020B0604020202020204" pitchFamily="34" charset="0"/>
                <a:cs typeface="Arial" panose="020B0604020202020204" pitchFamily="34" charset="0"/>
              </a:rPr>
              <a:t>iam</a:t>
            </a:r>
            <a:r>
              <a:rPr lang="en-US">
                <a:solidFill>
                  <a:schemeClr val="bg1"/>
                </a:solidFill>
                <a:latin typeface="Arial" panose="020B0604020202020204" pitchFamily="34" charset="0"/>
                <a:cs typeface="Arial" panose="020B0604020202020204" pitchFamily="34" charset="0"/>
              </a:rPr>
              <a:t> cone cons </a:t>
            </a:r>
            <a:r>
              <a:rPr lang="en-US" err="1">
                <a:solidFill>
                  <a:schemeClr val="bg1"/>
                </a:solidFill>
                <a:latin typeface="Arial" panose="020B0604020202020204" pitchFamily="34" charset="0"/>
                <a:cs typeface="Arial" panose="020B0604020202020204" pitchFamily="34" charset="0"/>
              </a:rPr>
              <a:t>ecto</a:t>
            </a:r>
            <a:r>
              <a:rPr lang="en-US">
                <a:solidFill>
                  <a:schemeClr val="bg1"/>
                </a:solidFill>
                <a:latin typeface="Arial" panose="020B0604020202020204" pitchFamily="34" charset="0"/>
                <a:cs typeface="Arial" panose="020B0604020202020204" pitchFamily="34" charset="0"/>
              </a:rPr>
              <a:t> </a:t>
            </a:r>
            <a:r>
              <a:rPr lang="en-US" err="1">
                <a:solidFill>
                  <a:schemeClr val="bg1"/>
                </a:solidFill>
                <a:latin typeface="Arial" panose="020B0604020202020204" pitchFamily="34" charset="0"/>
                <a:cs typeface="Arial" panose="020B0604020202020204" pitchFamily="34" charset="0"/>
              </a:rPr>
              <a:t>voloribus</a:t>
            </a:r>
            <a:r>
              <a:rPr lang="en-US">
                <a:solidFill>
                  <a:schemeClr val="bg1"/>
                </a:solidFill>
                <a:latin typeface="Arial" panose="020B0604020202020204" pitchFamily="34" charset="0"/>
                <a:cs typeface="Arial" panose="020B0604020202020204" pitchFamily="34" charset="0"/>
              </a:rPr>
              <a:t> </a:t>
            </a:r>
            <a:r>
              <a:rPr lang="en-US" err="1">
                <a:solidFill>
                  <a:schemeClr val="bg1"/>
                </a:solidFill>
                <a:latin typeface="Arial" panose="020B0604020202020204" pitchFamily="34" charset="0"/>
                <a:cs typeface="Arial" panose="020B0604020202020204" pitchFamily="34" charset="0"/>
              </a:rPr>
              <a:t>aliqu</a:t>
            </a:r>
            <a:r>
              <a:rPr lang="en-US">
                <a:solidFill>
                  <a:schemeClr val="bg1"/>
                </a:solidFill>
                <a:latin typeface="Arial" panose="020B0604020202020204" pitchFamily="34" charset="0"/>
                <a:cs typeface="Arial" panose="020B0604020202020204" pitchFamily="34" charset="0"/>
              </a:rPr>
              <a:t> </a:t>
            </a:r>
            <a:r>
              <a:rPr lang="en-US" err="1">
                <a:solidFill>
                  <a:schemeClr val="bg1"/>
                </a:solidFill>
                <a:latin typeface="Arial" panose="020B0604020202020204" pitchFamily="34" charset="0"/>
                <a:cs typeface="Arial" panose="020B0604020202020204" pitchFamily="34" charset="0"/>
              </a:rPr>
              <a:t>Lorrumet</a:t>
            </a:r>
            <a:r>
              <a:rPr lang="en-US">
                <a:solidFill>
                  <a:schemeClr val="bg1"/>
                </a:solidFill>
                <a:latin typeface="Arial" panose="020B0604020202020204" pitchFamily="34" charset="0"/>
                <a:cs typeface="Arial" panose="020B0604020202020204" pitchFamily="34" charset="0"/>
              </a:rPr>
              <a:t> and a con sed </a:t>
            </a:r>
            <a:r>
              <a:rPr lang="en-US" err="1">
                <a:solidFill>
                  <a:schemeClr val="bg1"/>
                </a:solidFill>
                <a:latin typeface="Arial" panose="020B0604020202020204" pitchFamily="34" charset="0"/>
                <a:cs typeface="Arial" panose="020B0604020202020204" pitchFamily="34" charset="0"/>
              </a:rPr>
              <a:t>everum</a:t>
            </a:r>
            <a:r>
              <a:rPr lang="en-US">
                <a:solidFill>
                  <a:schemeClr val="bg1"/>
                </a:solidFill>
                <a:latin typeface="Arial" panose="020B0604020202020204" pitchFamily="34" charset="0"/>
                <a:cs typeface="Arial" panose="020B0604020202020204" pitchFamily="34" charset="0"/>
              </a:rPr>
              <a:t> </a:t>
            </a:r>
            <a:r>
              <a:rPr lang="en-US" err="1">
                <a:solidFill>
                  <a:schemeClr val="bg1"/>
                </a:solidFill>
                <a:latin typeface="Arial" panose="020B0604020202020204" pitchFamily="34" charset="0"/>
                <a:cs typeface="Arial" panose="020B0604020202020204" pitchFamily="34" charset="0"/>
              </a:rPr>
              <a:t>senditi</a:t>
            </a:r>
            <a:r>
              <a:rPr lang="en-US">
                <a:solidFill>
                  <a:schemeClr val="bg1"/>
                </a:solidFill>
                <a:latin typeface="Arial" panose="020B0604020202020204" pitchFamily="34" charset="0"/>
                <a:cs typeface="Arial" panose="020B0604020202020204" pitchFamily="34" charset="0"/>
              </a:rPr>
              <a:t> um fug </a:t>
            </a:r>
            <a:r>
              <a:rPr lang="en-US" err="1">
                <a:solidFill>
                  <a:schemeClr val="bg1"/>
                </a:solidFill>
                <a:latin typeface="Arial" panose="020B0604020202020204" pitchFamily="34" charset="0"/>
                <a:cs typeface="Arial" panose="020B0604020202020204" pitchFamily="34" charset="0"/>
              </a:rPr>
              <a:t>iam</a:t>
            </a:r>
            <a:r>
              <a:rPr lang="en-US">
                <a:solidFill>
                  <a:schemeClr val="bg1"/>
                </a:solidFill>
                <a:latin typeface="Arial" panose="020B0604020202020204" pitchFamily="34" charset="0"/>
                <a:cs typeface="Arial" panose="020B0604020202020204" pitchFamily="34" charset="0"/>
              </a:rPr>
              <a:t> cone cons </a:t>
            </a:r>
            <a:r>
              <a:rPr lang="en-US" err="1">
                <a:solidFill>
                  <a:schemeClr val="bg1"/>
                </a:solidFill>
                <a:latin typeface="Arial" panose="020B0604020202020204" pitchFamily="34" charset="0"/>
                <a:cs typeface="Arial" panose="020B0604020202020204" pitchFamily="34" charset="0"/>
              </a:rPr>
              <a:t>ecto</a:t>
            </a:r>
            <a:r>
              <a:rPr lang="en-US">
                <a:solidFill>
                  <a:schemeClr val="bg1"/>
                </a:solidFill>
                <a:latin typeface="Arial" panose="020B0604020202020204" pitchFamily="34" charset="0"/>
                <a:cs typeface="Arial" panose="020B0604020202020204" pitchFamily="34" charset="0"/>
              </a:rPr>
              <a:t> </a:t>
            </a:r>
            <a:r>
              <a:rPr lang="en-US" err="1">
                <a:solidFill>
                  <a:schemeClr val="bg1"/>
                </a:solidFill>
                <a:latin typeface="Arial" panose="020B0604020202020204" pitchFamily="34" charset="0"/>
                <a:cs typeface="Arial" panose="020B0604020202020204" pitchFamily="34" charset="0"/>
              </a:rPr>
              <a:t>voloribus</a:t>
            </a:r>
            <a:r>
              <a:rPr lang="en-US">
                <a:solidFill>
                  <a:schemeClr val="bg1"/>
                </a:solidFill>
                <a:latin typeface="Arial" panose="020B0604020202020204" pitchFamily="34" charset="0"/>
                <a:cs typeface="Arial" panose="020B0604020202020204" pitchFamily="34" charset="0"/>
              </a:rPr>
              <a:t> </a:t>
            </a:r>
            <a:r>
              <a:rPr lang="en-US" err="1">
                <a:solidFill>
                  <a:schemeClr val="bg1"/>
                </a:solidFill>
                <a:latin typeface="Arial" panose="020B0604020202020204" pitchFamily="34" charset="0"/>
                <a:cs typeface="Arial" panose="020B0604020202020204" pitchFamily="34" charset="0"/>
              </a:rPr>
              <a:t>aliqu</a:t>
            </a:r>
            <a:endParaRPr lang="en-US"/>
          </a:p>
        </p:txBody>
      </p:sp>
    </p:spTree>
    <p:extLst>
      <p:ext uri="{BB962C8B-B14F-4D97-AF65-F5344CB8AC3E}">
        <p14:creationId xmlns:p14="http://schemas.microsoft.com/office/powerpoint/2010/main" val="40750778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_Left Vertical Ba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C7544-01B9-D640-AD1A-A9C70E4FFCE5}"/>
              </a:ext>
            </a:extLst>
          </p:cNvPr>
          <p:cNvSpPr>
            <a:spLocks noGrp="1"/>
          </p:cNvSpPr>
          <p:nvPr>
            <p:ph type="title" hasCustomPrompt="1"/>
          </p:nvPr>
        </p:nvSpPr>
        <p:spPr>
          <a:xfrm>
            <a:off x="548497" y="365760"/>
            <a:ext cx="10372690" cy="588352"/>
          </a:xfrm>
        </p:spPr>
        <p:txBody>
          <a:bodyPr/>
          <a:lstStyle>
            <a:lvl1pPr>
              <a:lnSpc>
                <a:spcPts val="3599"/>
              </a:lnSpc>
              <a:defRPr sz="2799"/>
            </a:lvl1pPr>
          </a:lstStyle>
          <a:p>
            <a:r>
              <a:rPr lang="en-US"/>
              <a:t>ADD SLIDE TITLE (CAPS)</a:t>
            </a:r>
          </a:p>
        </p:txBody>
      </p:sp>
      <p:pic>
        <p:nvPicPr>
          <p:cNvPr id="12" name="Picture 11">
            <a:extLst>
              <a:ext uri="{FF2B5EF4-FFF2-40B4-BE49-F238E27FC236}">
                <a16:creationId xmlns:a16="http://schemas.microsoft.com/office/drawing/2014/main" id="{1CAFAF21-9F39-CC4D-AFB4-DA8C7A5F7940}"/>
              </a:ext>
            </a:extLst>
          </p:cNvPr>
          <p:cNvPicPr>
            <a:picLocks noChangeAspect="1"/>
          </p:cNvPicPr>
          <p:nvPr userDrawn="1"/>
        </p:nvPicPr>
        <p:blipFill>
          <a:blip r:embed="rId2"/>
          <a:stretch>
            <a:fillRect/>
          </a:stretch>
        </p:blipFill>
        <p:spPr>
          <a:xfrm>
            <a:off x="-62504" y="786384"/>
            <a:ext cx="12251329" cy="758838"/>
          </a:xfrm>
          <a:prstGeom prst="rect">
            <a:avLst/>
          </a:prstGeom>
        </p:spPr>
      </p:pic>
      <p:sp>
        <p:nvSpPr>
          <p:cNvPr id="3" name="Content Placeholder 2">
            <a:extLst>
              <a:ext uri="{FF2B5EF4-FFF2-40B4-BE49-F238E27FC236}">
                <a16:creationId xmlns:a16="http://schemas.microsoft.com/office/drawing/2014/main" id="{FEB4E041-1267-7242-A5AD-509C78D6264A}"/>
              </a:ext>
            </a:extLst>
          </p:cNvPr>
          <p:cNvSpPr>
            <a:spLocks noGrp="1"/>
          </p:cNvSpPr>
          <p:nvPr>
            <p:ph idx="1"/>
          </p:nvPr>
        </p:nvSpPr>
        <p:spPr>
          <a:xfrm>
            <a:off x="548497" y="2057400"/>
            <a:ext cx="11217758" cy="3849624"/>
          </a:xfrm>
        </p:spPr>
        <p:txBody>
          <a:bodyPr/>
          <a:lstStyle>
            <a:lvl1pPr marL="172986" indent="-172986">
              <a:tabLst/>
              <a:defRPr/>
            </a:lvl1pPr>
            <a:lvl2pPr marL="347559" indent="-171399">
              <a:tabLst/>
              <a:defRPr/>
            </a:lvl2pPr>
            <a:lvl3pPr marL="512609" indent="-168225">
              <a:tabLst/>
              <a:defRPr/>
            </a:lvl3pPr>
            <a:lvl4pPr marL="685594" indent="-166638">
              <a:tabLst/>
              <a:defRPr/>
            </a:lvl4pPr>
            <a:lvl5pPr marL="858580" indent="-17139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751B7AB0-5E38-1346-A66E-F46DEEF7C4DF}"/>
              </a:ext>
            </a:extLst>
          </p:cNvPr>
          <p:cNvCxnSpPr/>
          <p:nvPr userDrawn="1"/>
        </p:nvCxnSpPr>
        <p:spPr>
          <a:xfrm>
            <a:off x="0" y="6311134"/>
            <a:ext cx="12188825" cy="0"/>
          </a:xfrm>
          <a:prstGeom prst="line">
            <a:avLst/>
          </a:prstGeom>
          <a:ln>
            <a:solidFill>
              <a:srgbClr val="9EACB5"/>
            </a:solidFil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3ABBDC4B-F2FB-1842-B78B-1A31BB9DE0E0}"/>
              </a:ext>
            </a:extLst>
          </p:cNvPr>
          <p:cNvSpPr>
            <a:spLocks noGrp="1"/>
          </p:cNvSpPr>
          <p:nvPr>
            <p:ph type="body" sz="quarter" idx="13" hasCustomPrompt="1"/>
          </p:nvPr>
        </p:nvSpPr>
        <p:spPr>
          <a:xfrm>
            <a:off x="548497" y="1371602"/>
            <a:ext cx="11217758" cy="647689"/>
          </a:xfrm>
        </p:spPr>
        <p:txBody>
          <a:bodyPr/>
          <a:lstStyle>
            <a:lvl1pPr marL="0" indent="0">
              <a:spcBef>
                <a:spcPts val="0"/>
              </a:spcBef>
              <a:buNone/>
              <a:tabLst/>
              <a:defRPr sz="1799">
                <a:solidFill>
                  <a:srgbClr val="0066B3"/>
                </a:solidFill>
              </a:defRPr>
            </a:lvl1pPr>
            <a:lvl2pPr>
              <a:buNone/>
              <a:defRPr>
                <a:solidFill>
                  <a:srgbClr val="0066B3"/>
                </a:solidFill>
              </a:defRPr>
            </a:lvl2pPr>
            <a:lvl3pPr>
              <a:buNone/>
              <a:defRPr>
                <a:solidFill>
                  <a:srgbClr val="0066B3"/>
                </a:solidFill>
              </a:defRPr>
            </a:lvl3pPr>
            <a:lvl4pPr>
              <a:buNone/>
              <a:defRPr>
                <a:solidFill>
                  <a:srgbClr val="0066B3"/>
                </a:solidFill>
              </a:defRPr>
            </a:lvl4pPr>
            <a:lvl5pPr>
              <a:buNone/>
              <a:defRPr>
                <a:solidFill>
                  <a:srgbClr val="0066B3"/>
                </a:solidFill>
              </a:defRPr>
            </a:lvl5pPr>
          </a:lstStyle>
          <a:p>
            <a:pPr lvl="0"/>
            <a:r>
              <a:rPr lang="en-US"/>
              <a:t>Click to add header</a:t>
            </a:r>
          </a:p>
        </p:txBody>
      </p:sp>
      <p:sp>
        <p:nvSpPr>
          <p:cNvPr id="14" name="Slide Number Placeholder 5">
            <a:extLst>
              <a:ext uri="{FF2B5EF4-FFF2-40B4-BE49-F238E27FC236}">
                <a16:creationId xmlns:a16="http://schemas.microsoft.com/office/drawing/2014/main" id="{1357B5B3-D980-D842-9604-1E0D9D6FDB29}"/>
              </a:ext>
            </a:extLst>
          </p:cNvPr>
          <p:cNvSpPr txBox="1">
            <a:spLocks/>
          </p:cNvSpPr>
          <p:nvPr userDrawn="1"/>
        </p:nvSpPr>
        <p:spPr>
          <a:xfrm>
            <a:off x="9178185" y="6501384"/>
            <a:ext cx="2742486" cy="228600"/>
          </a:xfrm>
          <a:prstGeom prst="rect">
            <a:avLst/>
          </a:prstGeom>
        </p:spPr>
        <p:txBody>
          <a:bodyPr vert="horz" lIns="91416" tIns="45708" rIns="91416" bIns="45708" rtlCol="0" anchor="ctr"/>
          <a:lstStyle>
            <a:defPPr>
              <a:defRPr lang="en-US"/>
            </a:defPPr>
            <a:lvl1pPr marL="0" algn="r" defTabSz="457200" rtl="0" eaLnBrk="1" latinLnBrk="0" hangingPunct="1">
              <a:defRPr sz="9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E2DD37A8-F306-4843-BBA9-063157ECD441}" type="slidenum">
              <a:rPr lang="en-US" sz="900" smtClean="0"/>
              <a:pPr/>
              <a:t>‹#›</a:t>
            </a:fld>
            <a:endParaRPr lang="en-US" sz="900"/>
          </a:p>
        </p:txBody>
      </p:sp>
      <p:cxnSp>
        <p:nvCxnSpPr>
          <p:cNvPr id="13" name="Straight Connector 12">
            <a:extLst>
              <a:ext uri="{FF2B5EF4-FFF2-40B4-BE49-F238E27FC236}">
                <a16:creationId xmlns:a16="http://schemas.microsoft.com/office/drawing/2014/main" id="{3BCF22BB-AFA2-DF4C-AE65-3337441CE4F3}"/>
              </a:ext>
            </a:extLst>
          </p:cNvPr>
          <p:cNvCxnSpPr/>
          <p:nvPr userDrawn="1"/>
        </p:nvCxnSpPr>
        <p:spPr>
          <a:xfrm>
            <a:off x="0" y="786384"/>
            <a:ext cx="12188825" cy="0"/>
          </a:xfrm>
          <a:prstGeom prst="line">
            <a:avLst/>
          </a:prstGeom>
          <a:ln>
            <a:solidFill>
              <a:srgbClr val="9EACB5"/>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7CB16D3-EEDD-4F80-81D5-311D01D9CF76}"/>
              </a:ext>
            </a:extLst>
          </p:cNvPr>
          <p:cNvSpPr/>
          <p:nvPr userDrawn="1"/>
        </p:nvSpPr>
        <p:spPr>
          <a:xfrm>
            <a:off x="0" y="2"/>
            <a:ext cx="304721" cy="6311109"/>
          </a:xfrm>
          <a:prstGeom prst="rect">
            <a:avLst/>
          </a:prstGeom>
          <a:gradFill flip="none" rotWithShape="1">
            <a:gsLst>
              <a:gs pos="100000">
                <a:srgbClr val="002F5F"/>
              </a:gs>
              <a:gs pos="0">
                <a:srgbClr val="0066B3"/>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Tree>
    <p:extLst>
      <p:ext uri="{BB962C8B-B14F-4D97-AF65-F5344CB8AC3E}">
        <p14:creationId xmlns:p14="http://schemas.microsoft.com/office/powerpoint/2010/main" val="21545263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51B7AB0-5E38-1346-A66E-F46DEEF7C4DF}"/>
              </a:ext>
            </a:extLst>
          </p:cNvPr>
          <p:cNvCxnSpPr/>
          <p:nvPr userDrawn="1"/>
        </p:nvCxnSpPr>
        <p:spPr>
          <a:xfrm>
            <a:off x="0" y="6311134"/>
            <a:ext cx="12188825" cy="0"/>
          </a:xfrm>
          <a:prstGeom prst="line">
            <a:avLst/>
          </a:prstGeom>
          <a:ln>
            <a:solidFill>
              <a:srgbClr val="9EACB5"/>
            </a:solidFill>
          </a:ln>
        </p:spPr>
        <p:style>
          <a:lnRef idx="1">
            <a:schemeClr val="accent1"/>
          </a:lnRef>
          <a:fillRef idx="0">
            <a:schemeClr val="accent1"/>
          </a:fillRef>
          <a:effectRef idx="0">
            <a:schemeClr val="accent1"/>
          </a:effectRef>
          <a:fontRef idx="minor">
            <a:schemeClr val="tx1"/>
          </a:fontRef>
        </p:style>
      </p:cxnSp>
      <p:sp>
        <p:nvSpPr>
          <p:cNvPr id="10" name="Slide Number Placeholder 5">
            <a:extLst>
              <a:ext uri="{FF2B5EF4-FFF2-40B4-BE49-F238E27FC236}">
                <a16:creationId xmlns:a16="http://schemas.microsoft.com/office/drawing/2014/main" id="{F55E38AC-605A-9143-B432-79255318B483}"/>
              </a:ext>
            </a:extLst>
          </p:cNvPr>
          <p:cNvSpPr>
            <a:spLocks noGrp="1"/>
          </p:cNvSpPr>
          <p:nvPr>
            <p:ph type="sldNum" sz="quarter" idx="12"/>
          </p:nvPr>
        </p:nvSpPr>
        <p:spPr>
          <a:xfrm>
            <a:off x="9178185" y="6501384"/>
            <a:ext cx="2742486" cy="250338"/>
          </a:xfrm>
          <a:prstGeom prst="rect">
            <a:avLst/>
          </a:prstGeom>
        </p:spPr>
        <p:txBody>
          <a:bodyPr/>
          <a:lstStyle>
            <a:lvl1pPr>
              <a:defRPr sz="900">
                <a:solidFill>
                  <a:schemeClr val="tx1"/>
                </a:solidFill>
              </a:defRPr>
            </a:lvl1pPr>
          </a:lstStyle>
          <a:p>
            <a:fld id="{93587CB7-AB43-6742-A6A0-81EC16B1050E}" type="slidenum">
              <a:rPr lang="en-US" smtClean="0"/>
              <a:pPr/>
              <a:t>‹#›</a:t>
            </a:fld>
            <a:endParaRPr lang="en-US" sz="900"/>
          </a:p>
        </p:txBody>
      </p:sp>
    </p:spTree>
    <p:extLst>
      <p:ext uri="{BB962C8B-B14F-4D97-AF65-F5344CB8AC3E}">
        <p14:creationId xmlns:p14="http://schemas.microsoft.com/office/powerpoint/2010/main" val="1720151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image" Target="../media/image3.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C1C1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E86082-E91D-4AC1-A1FC-C74E2C1003C7}"/>
              </a:ext>
            </a:extLst>
          </p:cNvPr>
          <p:cNvSpPr/>
          <p:nvPr userDrawn="1"/>
        </p:nvSpPr>
        <p:spPr>
          <a:xfrm>
            <a:off x="1587" y="893"/>
            <a:ext cx="68114" cy="6856214"/>
          </a:xfrm>
          <a:prstGeom prst="rect">
            <a:avLst/>
          </a:prstGeom>
          <a:solidFill>
            <a:srgbClr val="30E3D0"/>
          </a:solidFill>
          <a:ln w="12700" cap="flat" cmpd="sng" algn="ctr">
            <a:noFill/>
            <a:prstDash val="solid"/>
            <a:miter lim="800000"/>
          </a:ln>
          <a:effectLst/>
        </p:spPr>
        <p:txBody>
          <a:bodyPr rtlCol="0" anchor="ctr"/>
          <a:lstStyle/>
          <a:p>
            <a:pPr marL="0" marR="0" lvl="0" indent="0" algn="ctr" defTabSz="913852" eaLnBrk="1" fontAlgn="auto" latinLnBrk="0" hangingPunct="1">
              <a:lnSpc>
                <a:spcPct val="100000"/>
              </a:lnSpc>
              <a:spcBef>
                <a:spcPts val="0"/>
              </a:spcBef>
              <a:spcAft>
                <a:spcPts val="0"/>
              </a:spcAft>
              <a:buClrTx/>
              <a:buSzTx/>
              <a:buFontTx/>
              <a:buNone/>
              <a:tabLst/>
              <a:defRPr/>
            </a:pPr>
            <a:endParaRPr kumimoji="0" lang="en-US" sz="3190" b="0" i="0" u="none" strike="noStrike" kern="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2047458452"/>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 id="2147483812" r:id="rId12"/>
    <p:sldLayoutId id="2147483815" r:id="rId13"/>
    <p:sldLayoutId id="2147483816" r:id="rId14"/>
    <p:sldLayoutId id="2147483838" r:id="rId15"/>
    <p:sldLayoutId id="2147483839" r:id="rId16"/>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3852" rtl="0" eaLnBrk="1" latinLnBrk="0" hangingPunct="1">
        <a:lnSpc>
          <a:spcPct val="90000"/>
        </a:lnSpc>
        <a:spcBef>
          <a:spcPct val="0"/>
        </a:spcBef>
        <a:buNone/>
        <a:defRPr sz="2799" kern="1200">
          <a:solidFill>
            <a:schemeClr val="bg1"/>
          </a:solidFill>
          <a:latin typeface="Arial" panose="020B0604020202020204" pitchFamily="34" charset="0"/>
          <a:ea typeface="+mj-ea"/>
          <a:cs typeface="Arial" panose="020B0604020202020204" pitchFamily="34" charset="0"/>
        </a:defRPr>
      </a:lvl1pPr>
    </p:titleStyle>
    <p:bodyStyle>
      <a:lvl1pPr marL="228462" indent="-228462" algn="l" defTabSz="913852" rtl="0" eaLnBrk="1" latinLnBrk="0" hangingPunct="1">
        <a:lnSpc>
          <a:spcPct val="90000"/>
        </a:lnSpc>
        <a:spcBef>
          <a:spcPts val="1000"/>
        </a:spcBef>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1pPr>
      <a:lvl2pPr marL="685388" indent="-228462" algn="l" defTabSz="913852" rtl="0" eaLnBrk="1" latinLnBrk="0" hangingPunct="1">
        <a:lnSpc>
          <a:spcPct val="90000"/>
        </a:lnSpc>
        <a:spcBef>
          <a:spcPts val="500"/>
        </a:spcBef>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2pPr>
      <a:lvl3pPr marL="1142314" indent="-228462" algn="l" defTabSz="913852" rtl="0" eaLnBrk="1" latinLnBrk="0" hangingPunct="1">
        <a:lnSpc>
          <a:spcPct val="90000"/>
        </a:lnSpc>
        <a:spcBef>
          <a:spcPts val="500"/>
        </a:spcBef>
        <a:buFont typeface="Arial" panose="020B0604020202020204" pitchFamily="34" charset="0"/>
        <a:buChar char="•"/>
        <a:defRPr sz="1200" kern="1200">
          <a:solidFill>
            <a:schemeClr val="bg1"/>
          </a:solidFill>
          <a:latin typeface="Arial" panose="020B0604020202020204" pitchFamily="34" charset="0"/>
          <a:ea typeface="+mn-ea"/>
          <a:cs typeface="Arial" panose="020B0604020202020204" pitchFamily="34" charset="0"/>
        </a:defRPr>
      </a:lvl3pPr>
      <a:lvl4pPr marL="1599240" indent="-228462" algn="l" defTabSz="913852" rtl="0" eaLnBrk="1" latinLnBrk="0" hangingPunct="1">
        <a:lnSpc>
          <a:spcPct val="90000"/>
        </a:lnSpc>
        <a:spcBef>
          <a:spcPts val="500"/>
        </a:spcBef>
        <a:buFont typeface="Arial" panose="020B0604020202020204" pitchFamily="34" charset="0"/>
        <a:buChar char="•"/>
        <a:defRPr sz="1100" kern="1200">
          <a:solidFill>
            <a:schemeClr val="bg1"/>
          </a:solidFill>
          <a:latin typeface="Arial" panose="020B0604020202020204" pitchFamily="34" charset="0"/>
          <a:ea typeface="+mn-ea"/>
          <a:cs typeface="Arial" panose="020B0604020202020204" pitchFamily="34" charset="0"/>
        </a:defRPr>
      </a:lvl4pPr>
      <a:lvl5pPr marL="2056166" indent="-228462" algn="l" defTabSz="913852" rtl="0" eaLnBrk="1" latinLnBrk="0" hangingPunct="1">
        <a:lnSpc>
          <a:spcPct val="90000"/>
        </a:lnSpc>
        <a:spcBef>
          <a:spcPts val="500"/>
        </a:spcBef>
        <a:buFont typeface="Arial" panose="020B0604020202020204" pitchFamily="34" charset="0"/>
        <a:buChar char="•"/>
        <a:defRPr sz="1100" kern="1200">
          <a:solidFill>
            <a:schemeClr val="bg1"/>
          </a:solidFill>
          <a:latin typeface="Arial" panose="020B0604020202020204" pitchFamily="34" charset="0"/>
          <a:ea typeface="+mn-ea"/>
          <a:cs typeface="Arial" panose="020B0604020202020204" pitchFamily="34" charset="0"/>
        </a:defRPr>
      </a:lvl5pPr>
      <a:lvl6pPr marL="2513092"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70017"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943"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868"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852" rtl="0" eaLnBrk="1" latinLnBrk="0" hangingPunct="1">
        <a:defRPr sz="1798" kern="1200">
          <a:solidFill>
            <a:schemeClr val="tx1"/>
          </a:solidFill>
          <a:latin typeface="+mn-lt"/>
          <a:ea typeface="+mn-ea"/>
          <a:cs typeface="+mn-cs"/>
        </a:defRPr>
      </a:lvl1pPr>
      <a:lvl2pPr marL="456926" algn="l" defTabSz="913852" rtl="0" eaLnBrk="1" latinLnBrk="0" hangingPunct="1">
        <a:defRPr sz="1798" kern="1200">
          <a:solidFill>
            <a:schemeClr val="tx1"/>
          </a:solidFill>
          <a:latin typeface="+mn-lt"/>
          <a:ea typeface="+mn-ea"/>
          <a:cs typeface="+mn-cs"/>
        </a:defRPr>
      </a:lvl2pPr>
      <a:lvl3pPr marL="913852" algn="l" defTabSz="913852" rtl="0" eaLnBrk="1" latinLnBrk="0" hangingPunct="1">
        <a:defRPr sz="1798" kern="1200">
          <a:solidFill>
            <a:schemeClr val="tx1"/>
          </a:solidFill>
          <a:latin typeface="+mn-lt"/>
          <a:ea typeface="+mn-ea"/>
          <a:cs typeface="+mn-cs"/>
        </a:defRPr>
      </a:lvl3pPr>
      <a:lvl4pPr marL="1370778" algn="l" defTabSz="913852" rtl="0" eaLnBrk="1" latinLnBrk="0" hangingPunct="1">
        <a:defRPr sz="1798" kern="1200">
          <a:solidFill>
            <a:schemeClr val="tx1"/>
          </a:solidFill>
          <a:latin typeface="+mn-lt"/>
          <a:ea typeface="+mn-ea"/>
          <a:cs typeface="+mn-cs"/>
        </a:defRPr>
      </a:lvl4pPr>
      <a:lvl5pPr marL="1827703" algn="l" defTabSz="913852" rtl="0" eaLnBrk="1" latinLnBrk="0" hangingPunct="1">
        <a:defRPr sz="1798" kern="1200">
          <a:solidFill>
            <a:schemeClr val="tx1"/>
          </a:solidFill>
          <a:latin typeface="+mn-lt"/>
          <a:ea typeface="+mn-ea"/>
          <a:cs typeface="+mn-cs"/>
        </a:defRPr>
      </a:lvl5pPr>
      <a:lvl6pPr marL="2284628" algn="l" defTabSz="913852" rtl="0" eaLnBrk="1" latinLnBrk="0" hangingPunct="1">
        <a:defRPr sz="1798" kern="1200">
          <a:solidFill>
            <a:schemeClr val="tx1"/>
          </a:solidFill>
          <a:latin typeface="+mn-lt"/>
          <a:ea typeface="+mn-ea"/>
          <a:cs typeface="+mn-cs"/>
        </a:defRPr>
      </a:lvl6pPr>
      <a:lvl7pPr marL="2741554" algn="l" defTabSz="913852" rtl="0" eaLnBrk="1" latinLnBrk="0" hangingPunct="1">
        <a:defRPr sz="1798" kern="1200">
          <a:solidFill>
            <a:schemeClr val="tx1"/>
          </a:solidFill>
          <a:latin typeface="+mn-lt"/>
          <a:ea typeface="+mn-ea"/>
          <a:cs typeface="+mn-cs"/>
        </a:defRPr>
      </a:lvl7pPr>
      <a:lvl8pPr marL="3198480" algn="l" defTabSz="913852" rtl="0" eaLnBrk="1" latinLnBrk="0" hangingPunct="1">
        <a:defRPr sz="1798" kern="1200">
          <a:solidFill>
            <a:schemeClr val="tx1"/>
          </a:solidFill>
          <a:latin typeface="+mn-lt"/>
          <a:ea typeface="+mn-ea"/>
          <a:cs typeface="+mn-cs"/>
        </a:defRPr>
      </a:lvl8pPr>
      <a:lvl9pPr marL="3655406" algn="l" defTabSz="913852"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p15:clr>
            <a:srgbClr val="F26B43"/>
          </p15:clr>
        </p15:guide>
        <p15:guide id="2" orient="horz" pos="2160">
          <p15:clr>
            <a:srgbClr val="F26B43"/>
          </p15:clr>
        </p15:guide>
        <p15:guide id="3" pos="701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CA0202-3B86-4F48-9BB1-E7D1E64D3228}"/>
              </a:ext>
            </a:extLst>
          </p:cNvPr>
          <p:cNvSpPr>
            <a:spLocks noGrp="1"/>
          </p:cNvSpPr>
          <p:nvPr>
            <p:ph type="title"/>
          </p:nvPr>
        </p:nvSpPr>
        <p:spPr>
          <a:xfrm>
            <a:off x="837982" y="365127"/>
            <a:ext cx="10512862" cy="1325563"/>
          </a:xfrm>
          <a:prstGeom prst="rect">
            <a:avLst/>
          </a:prstGeom>
        </p:spPr>
        <p:txBody>
          <a:bodyPr vert="horz" lIns="91440" tIns="45720" rIns="91440" bIns="45720" rtlCol="0" anchor="ctr">
            <a:noAutofit/>
          </a:bodyPr>
          <a:lstStyle/>
          <a:p>
            <a:r>
              <a:rPr lang="en-US"/>
              <a:t>ADD MASTER TITLE</a:t>
            </a:r>
          </a:p>
        </p:txBody>
      </p:sp>
      <p:sp>
        <p:nvSpPr>
          <p:cNvPr id="3" name="Text Placeholder 2">
            <a:extLst>
              <a:ext uri="{FF2B5EF4-FFF2-40B4-BE49-F238E27FC236}">
                <a16:creationId xmlns:a16="http://schemas.microsoft.com/office/drawing/2014/main" id="{3E02B21D-C36F-7E44-A518-8FF4C428F618}"/>
              </a:ext>
            </a:extLst>
          </p:cNvPr>
          <p:cNvSpPr>
            <a:spLocks noGrp="1"/>
          </p:cNvSpPr>
          <p:nvPr>
            <p:ph type="body" idx="1"/>
          </p:nvPr>
        </p:nvSpPr>
        <p:spPr>
          <a:xfrm>
            <a:off x="837982" y="1825625"/>
            <a:ext cx="10512862"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14">
            <a:extLst>
              <a:ext uri="{FF2B5EF4-FFF2-40B4-BE49-F238E27FC236}">
                <a16:creationId xmlns:a16="http://schemas.microsoft.com/office/drawing/2014/main" id="{8081E2BD-BEE7-1E4A-9444-99CCD767C4B4}"/>
              </a:ext>
            </a:extLst>
          </p:cNvPr>
          <p:cNvSpPr>
            <a:spLocks noGrp="1"/>
          </p:cNvSpPr>
          <p:nvPr>
            <p:ph type="sldNum" sz="quarter" idx="4"/>
          </p:nvPr>
        </p:nvSpPr>
        <p:spPr>
          <a:xfrm>
            <a:off x="8608357" y="6356352"/>
            <a:ext cx="27424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51A8C3-EC70-1C4E-B6E0-824263D94A5A}" type="slidenum">
              <a:rPr lang="en-US" smtClean="0"/>
              <a:t>‹#›</a:t>
            </a:fld>
            <a:endParaRPr lang="en-US"/>
          </a:p>
        </p:txBody>
      </p:sp>
      <p:pic>
        <p:nvPicPr>
          <p:cNvPr id="7" name="Picture 6">
            <a:extLst>
              <a:ext uri="{FF2B5EF4-FFF2-40B4-BE49-F238E27FC236}">
                <a16:creationId xmlns:a16="http://schemas.microsoft.com/office/drawing/2014/main" id="{D66A3D7F-9EC4-471D-8409-FF47CFC39380}"/>
              </a:ext>
            </a:extLst>
          </p:cNvPr>
          <p:cNvPicPr>
            <a:picLocks noChangeAspect="1"/>
          </p:cNvPicPr>
          <p:nvPr userDrawn="1"/>
        </p:nvPicPr>
        <p:blipFill>
          <a:blip r:embed="rId5"/>
          <a:stretch>
            <a:fillRect/>
          </a:stretch>
        </p:blipFill>
        <p:spPr>
          <a:xfrm>
            <a:off x="457081" y="6526500"/>
            <a:ext cx="1003039" cy="152400"/>
          </a:xfrm>
          <a:prstGeom prst="rect">
            <a:avLst/>
          </a:prstGeom>
        </p:spPr>
      </p:pic>
    </p:spTree>
    <p:extLst>
      <p:ext uri="{BB962C8B-B14F-4D97-AF65-F5344CB8AC3E}">
        <p14:creationId xmlns:p14="http://schemas.microsoft.com/office/powerpoint/2010/main" val="2285404508"/>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Lst>
  <p:hf hdr="0" ftr="0" dt="0"/>
  <p:txStyles>
    <p:titleStyle>
      <a:lvl1pPr algn="l" defTabSz="914126" rtl="0" eaLnBrk="1" latinLnBrk="0" hangingPunct="1">
        <a:lnSpc>
          <a:spcPct val="90000"/>
        </a:lnSpc>
        <a:spcBef>
          <a:spcPct val="0"/>
        </a:spcBef>
        <a:buNone/>
        <a:defRPr sz="2999" b="1" i="0" kern="1200">
          <a:solidFill>
            <a:srgbClr val="002E5E"/>
          </a:solidFill>
          <a:latin typeface="Arial Black" panose="020B0604020202020204" pitchFamily="34" charset="0"/>
          <a:ea typeface="+mj-ea"/>
          <a:cs typeface="Arial Black" panose="020B0604020202020204" pitchFamily="34" charset="0"/>
        </a:defRPr>
      </a:lvl1pPr>
    </p:titleStyle>
    <p:bodyStyle>
      <a:lvl1pPr marL="168225" indent="-168225" algn="l" defTabSz="914126" rtl="0" eaLnBrk="1" latinLnBrk="0" hangingPunct="1">
        <a:lnSpc>
          <a:spcPts val="2099"/>
        </a:lnSpc>
        <a:spcBef>
          <a:spcPts val="1000"/>
        </a:spcBef>
        <a:buClr>
          <a:srgbClr val="0066B3"/>
        </a:buClr>
        <a:buFont typeface="Arial" panose="020B0604020202020204" pitchFamily="34" charset="0"/>
        <a:buChar char="•"/>
        <a:tabLst/>
        <a:defRPr sz="1799" kern="1200">
          <a:solidFill>
            <a:schemeClr val="tx1"/>
          </a:solidFill>
          <a:latin typeface="+mn-lt"/>
          <a:ea typeface="+mn-ea"/>
          <a:cs typeface="+mn-cs"/>
        </a:defRPr>
      </a:lvl1pPr>
      <a:lvl2pPr marL="347559" indent="-168225" algn="l" defTabSz="914126" rtl="0" eaLnBrk="1" latinLnBrk="0" hangingPunct="1">
        <a:lnSpc>
          <a:spcPts val="2099"/>
        </a:lnSpc>
        <a:spcBef>
          <a:spcPts val="500"/>
        </a:spcBef>
        <a:buClr>
          <a:srgbClr val="0066B3"/>
        </a:buClr>
        <a:buFont typeface="Arial" panose="020B0604020202020204" pitchFamily="34" charset="0"/>
        <a:buChar char="•"/>
        <a:tabLst/>
        <a:defRPr sz="1799" kern="1200">
          <a:solidFill>
            <a:schemeClr val="tx1"/>
          </a:solidFill>
          <a:latin typeface="+mn-lt"/>
          <a:ea typeface="+mn-ea"/>
          <a:cs typeface="+mn-cs"/>
        </a:defRPr>
      </a:lvl2pPr>
      <a:lvl3pPr marL="517370" indent="-168225" algn="l" defTabSz="914126" rtl="0" eaLnBrk="1" latinLnBrk="0" hangingPunct="1">
        <a:lnSpc>
          <a:spcPts val="2099"/>
        </a:lnSpc>
        <a:spcBef>
          <a:spcPts val="500"/>
        </a:spcBef>
        <a:buClr>
          <a:srgbClr val="0066B3"/>
        </a:buClr>
        <a:buFont typeface="Arial" panose="020B0604020202020204" pitchFamily="34" charset="0"/>
        <a:buChar char="•"/>
        <a:tabLst/>
        <a:defRPr sz="1799" kern="1200">
          <a:solidFill>
            <a:schemeClr val="tx1"/>
          </a:solidFill>
          <a:latin typeface="+mn-lt"/>
          <a:ea typeface="+mn-ea"/>
          <a:cs typeface="+mn-cs"/>
        </a:defRPr>
      </a:lvl3pPr>
      <a:lvl4pPr marL="685594" indent="-169812" algn="l" defTabSz="914126" rtl="0" eaLnBrk="1" latinLnBrk="0" hangingPunct="1">
        <a:lnSpc>
          <a:spcPts val="2099"/>
        </a:lnSpc>
        <a:spcBef>
          <a:spcPts val="500"/>
        </a:spcBef>
        <a:buClr>
          <a:srgbClr val="0066B3"/>
        </a:buClr>
        <a:buFont typeface="Arial" panose="020B0604020202020204" pitchFamily="34" charset="0"/>
        <a:buChar char="•"/>
        <a:tabLst/>
        <a:defRPr sz="1799" kern="1200">
          <a:solidFill>
            <a:schemeClr val="tx1"/>
          </a:solidFill>
          <a:latin typeface="+mn-lt"/>
          <a:ea typeface="+mn-ea"/>
          <a:cs typeface="+mn-cs"/>
        </a:defRPr>
      </a:lvl4pPr>
      <a:lvl5pPr marL="853819" indent="-168225" algn="l" defTabSz="914126" rtl="0" eaLnBrk="1" latinLnBrk="0" hangingPunct="1">
        <a:lnSpc>
          <a:spcPts val="2099"/>
        </a:lnSpc>
        <a:spcBef>
          <a:spcPts val="500"/>
        </a:spcBef>
        <a:buClr>
          <a:srgbClr val="0066B3"/>
        </a:buClr>
        <a:buFont typeface="Arial" panose="020B0604020202020204" pitchFamily="34" charset="0"/>
        <a:buChar char="•"/>
        <a:tabLst/>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jpeg"/><Relationship Id="rId18" Type="http://schemas.openxmlformats.org/officeDocument/2006/relationships/image" Target="../media/image23.png"/><Relationship Id="rId3" Type="http://schemas.openxmlformats.org/officeDocument/2006/relationships/image" Target="../media/image8.jpe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1.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3.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microsoft.com/office/2007/relationships/hdphoto" Target="../media/hdphoto1.wdp"/><Relationship Id="rId7" Type="http://schemas.openxmlformats.org/officeDocument/2006/relationships/image" Target="../media/image30.svg"/><Relationship Id="rId12" Type="http://schemas.openxmlformats.org/officeDocument/2006/relationships/image" Target="../media/image35.pn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8.sv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svg"/></Relationships>
</file>

<file path=ppt/slides/_rels/slide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5.png"/><Relationship Id="rId18" Type="http://schemas.openxmlformats.org/officeDocument/2006/relationships/image" Target="../media/image49.png"/><Relationship Id="rId3" Type="http://schemas.openxmlformats.org/officeDocument/2006/relationships/oleObject" Target="../embeddings/oleObject1.bin"/><Relationship Id="rId7" Type="http://schemas.openxmlformats.org/officeDocument/2006/relationships/image" Target="../media/image40.png"/><Relationship Id="rId12" Type="http://schemas.openxmlformats.org/officeDocument/2006/relationships/image" Target="../media/image44.png"/><Relationship Id="rId17" Type="http://schemas.openxmlformats.org/officeDocument/2006/relationships/image" Target="../media/image2.png"/><Relationship Id="rId2" Type="http://schemas.openxmlformats.org/officeDocument/2006/relationships/slideLayout" Target="../slideLayouts/slideLayout16.xml"/><Relationship Id="rId16" Type="http://schemas.openxmlformats.org/officeDocument/2006/relationships/image" Target="../media/image48.png"/><Relationship Id="rId1" Type="http://schemas.openxmlformats.org/officeDocument/2006/relationships/tags" Target="../tags/tag1.xml"/><Relationship Id="rId6" Type="http://schemas.openxmlformats.org/officeDocument/2006/relationships/image" Target="../media/image39.png"/><Relationship Id="rId11" Type="http://schemas.openxmlformats.org/officeDocument/2006/relationships/image" Target="../media/image43.png"/><Relationship Id="rId5" Type="http://schemas.openxmlformats.org/officeDocument/2006/relationships/image" Target="../media/image38.png"/><Relationship Id="rId15" Type="http://schemas.openxmlformats.org/officeDocument/2006/relationships/image" Target="../media/image47.png"/><Relationship Id="rId10" Type="http://schemas.microsoft.com/office/2007/relationships/hdphoto" Target="../media/hdphoto2.wdp"/><Relationship Id="rId19" Type="http://schemas.openxmlformats.org/officeDocument/2006/relationships/image" Target="../media/image50.jpeg"/><Relationship Id="rId4" Type="http://schemas.openxmlformats.org/officeDocument/2006/relationships/image" Target="../media/image37.emf"/><Relationship Id="rId9" Type="http://schemas.openxmlformats.org/officeDocument/2006/relationships/image" Target="../media/image42.png"/><Relationship Id="rId14" Type="http://schemas.openxmlformats.org/officeDocument/2006/relationships/image" Target="../media/image4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88145D-7579-A08E-4AB9-B61907843851}"/>
              </a:ext>
            </a:extLst>
          </p:cNvPr>
          <p:cNvSpPr>
            <a:spLocks noGrp="1"/>
          </p:cNvSpPr>
          <p:nvPr>
            <p:ph type="body" sz="quarter" idx="10"/>
          </p:nvPr>
        </p:nvSpPr>
        <p:spPr/>
        <p:txBody>
          <a:bodyPr/>
          <a:lstStyle/>
          <a:p>
            <a:r>
              <a:rPr lang="en-US"/>
              <a:t>WIND RIVER</a:t>
            </a:r>
          </a:p>
        </p:txBody>
      </p:sp>
      <p:sp>
        <p:nvSpPr>
          <p:cNvPr id="3" name="Text Placeholder 2">
            <a:extLst>
              <a:ext uri="{FF2B5EF4-FFF2-40B4-BE49-F238E27FC236}">
                <a16:creationId xmlns:a16="http://schemas.microsoft.com/office/drawing/2014/main" id="{12AA1309-C865-A334-598D-38DFE4F4AE55}"/>
              </a:ext>
            </a:extLst>
          </p:cNvPr>
          <p:cNvSpPr>
            <a:spLocks noGrp="1"/>
          </p:cNvSpPr>
          <p:nvPr>
            <p:ph type="body" sz="quarter" idx="11"/>
          </p:nvPr>
        </p:nvSpPr>
        <p:spPr/>
        <p:txBody>
          <a:bodyPr/>
          <a:lstStyle/>
          <a:p>
            <a:r>
              <a:rPr lang="de-DE"/>
              <a:t>Andrei Kholodnyi</a:t>
            </a:r>
            <a:endParaRPr lang="en-US"/>
          </a:p>
        </p:txBody>
      </p:sp>
      <p:sp>
        <p:nvSpPr>
          <p:cNvPr id="4" name="Text Placeholder 3">
            <a:extLst>
              <a:ext uri="{FF2B5EF4-FFF2-40B4-BE49-F238E27FC236}">
                <a16:creationId xmlns:a16="http://schemas.microsoft.com/office/drawing/2014/main" id="{26C7F8B8-430A-0063-0104-E6E30DD370F1}"/>
              </a:ext>
            </a:extLst>
          </p:cNvPr>
          <p:cNvSpPr>
            <a:spLocks noGrp="1"/>
          </p:cNvSpPr>
          <p:nvPr>
            <p:ph type="body" sz="quarter" idx="12"/>
          </p:nvPr>
        </p:nvSpPr>
        <p:spPr/>
        <p:txBody>
          <a:bodyPr/>
          <a:lstStyle/>
          <a:p>
            <a:r>
              <a:rPr lang="de-DE"/>
              <a:t>Principal Technologist</a:t>
            </a:r>
            <a:endParaRPr lang="en-US"/>
          </a:p>
        </p:txBody>
      </p:sp>
      <p:sp>
        <p:nvSpPr>
          <p:cNvPr id="5" name="Text Placeholder 4">
            <a:extLst>
              <a:ext uri="{FF2B5EF4-FFF2-40B4-BE49-F238E27FC236}">
                <a16:creationId xmlns:a16="http://schemas.microsoft.com/office/drawing/2014/main" id="{42A2EA13-BB95-A3BE-8D0F-1A735B2A6494}"/>
              </a:ext>
            </a:extLst>
          </p:cNvPr>
          <p:cNvSpPr>
            <a:spLocks noGrp="1"/>
          </p:cNvSpPr>
          <p:nvPr>
            <p:ph type="body" sz="quarter" idx="13"/>
          </p:nvPr>
        </p:nvSpPr>
        <p:spPr/>
        <p:txBody>
          <a:bodyPr/>
          <a:lstStyle/>
          <a:p>
            <a:r>
              <a:rPr lang="de-DE"/>
              <a:t>27th of Oct 2025</a:t>
            </a:r>
            <a:endParaRPr lang="en-US"/>
          </a:p>
        </p:txBody>
      </p:sp>
      <p:sp>
        <p:nvSpPr>
          <p:cNvPr id="6" name="Text Placeholder 5">
            <a:extLst>
              <a:ext uri="{FF2B5EF4-FFF2-40B4-BE49-F238E27FC236}">
                <a16:creationId xmlns:a16="http://schemas.microsoft.com/office/drawing/2014/main" id="{6D537DD2-BE39-4E40-8D0F-6C1486E2E764}"/>
              </a:ext>
            </a:extLst>
          </p:cNvPr>
          <p:cNvSpPr>
            <a:spLocks noGrp="1"/>
          </p:cNvSpPr>
          <p:nvPr>
            <p:ph type="body" sz="quarter" idx="16"/>
          </p:nvPr>
        </p:nvSpPr>
        <p:spPr/>
        <p:txBody>
          <a:bodyPr/>
          <a:lstStyle/>
          <a:p>
            <a:r>
              <a:rPr lang="en-US"/>
              <a:t>Technology Office</a:t>
            </a:r>
          </a:p>
        </p:txBody>
      </p:sp>
      <p:sp>
        <p:nvSpPr>
          <p:cNvPr id="11" name="Text Placeholder 1">
            <a:extLst>
              <a:ext uri="{FF2B5EF4-FFF2-40B4-BE49-F238E27FC236}">
                <a16:creationId xmlns:a16="http://schemas.microsoft.com/office/drawing/2014/main" id="{76C00B83-9909-1659-4C41-0DF2BE240E4F}"/>
              </a:ext>
            </a:extLst>
          </p:cNvPr>
          <p:cNvSpPr txBox="1">
            <a:spLocks/>
          </p:cNvSpPr>
          <p:nvPr/>
        </p:nvSpPr>
        <p:spPr>
          <a:xfrm>
            <a:off x="824089" y="1154386"/>
            <a:ext cx="4916675" cy="1406226"/>
          </a:xfrm>
          <a:prstGeom prst="rect">
            <a:avLst/>
          </a:prstGeom>
        </p:spPr>
        <p:txBody>
          <a:bodyPr/>
          <a:lstStyle>
            <a:lvl1pPr marL="228462" indent="-228462" algn="l" defTabSz="913852" rtl="0" eaLnBrk="1" latinLnBrk="0" hangingPunct="1">
              <a:lnSpc>
                <a:spcPct val="90000"/>
              </a:lnSpc>
              <a:spcBef>
                <a:spcPts val="1000"/>
              </a:spcBef>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1pPr>
            <a:lvl2pPr marL="685388" indent="-228462" algn="l" defTabSz="913852" rtl="0" eaLnBrk="1" latinLnBrk="0" hangingPunct="1">
              <a:lnSpc>
                <a:spcPct val="90000"/>
              </a:lnSpc>
              <a:spcBef>
                <a:spcPts val="500"/>
              </a:spcBef>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2pPr>
            <a:lvl3pPr marL="1142314" indent="-228462" algn="l" defTabSz="913852" rtl="0" eaLnBrk="1" latinLnBrk="0" hangingPunct="1">
              <a:lnSpc>
                <a:spcPct val="90000"/>
              </a:lnSpc>
              <a:spcBef>
                <a:spcPts val="500"/>
              </a:spcBef>
              <a:buFont typeface="Arial" panose="020B0604020202020204" pitchFamily="34" charset="0"/>
              <a:buChar char="•"/>
              <a:defRPr sz="1200" kern="1200">
                <a:solidFill>
                  <a:schemeClr val="bg1"/>
                </a:solidFill>
                <a:latin typeface="Arial" panose="020B0604020202020204" pitchFamily="34" charset="0"/>
                <a:ea typeface="+mn-ea"/>
                <a:cs typeface="Arial" panose="020B0604020202020204" pitchFamily="34" charset="0"/>
              </a:defRPr>
            </a:lvl3pPr>
            <a:lvl4pPr marL="1599240" indent="-228462" algn="l" defTabSz="913852" rtl="0" eaLnBrk="1" latinLnBrk="0" hangingPunct="1">
              <a:lnSpc>
                <a:spcPct val="90000"/>
              </a:lnSpc>
              <a:spcBef>
                <a:spcPts val="500"/>
              </a:spcBef>
              <a:buFont typeface="Arial" panose="020B0604020202020204" pitchFamily="34" charset="0"/>
              <a:buChar char="•"/>
              <a:defRPr sz="1100" kern="1200">
                <a:solidFill>
                  <a:schemeClr val="bg1"/>
                </a:solidFill>
                <a:latin typeface="Arial" panose="020B0604020202020204" pitchFamily="34" charset="0"/>
                <a:ea typeface="+mn-ea"/>
                <a:cs typeface="Arial" panose="020B0604020202020204" pitchFamily="34" charset="0"/>
              </a:defRPr>
            </a:lvl4pPr>
            <a:lvl5pPr marL="2056166" indent="-228462" algn="l" defTabSz="913852" rtl="0" eaLnBrk="1" latinLnBrk="0" hangingPunct="1">
              <a:lnSpc>
                <a:spcPct val="90000"/>
              </a:lnSpc>
              <a:spcBef>
                <a:spcPts val="500"/>
              </a:spcBef>
              <a:buFont typeface="Arial" panose="020B0604020202020204" pitchFamily="34" charset="0"/>
              <a:buChar char="•"/>
              <a:defRPr sz="1100" kern="1200">
                <a:solidFill>
                  <a:schemeClr val="bg1"/>
                </a:solidFill>
                <a:latin typeface="Arial" panose="020B0604020202020204" pitchFamily="34" charset="0"/>
                <a:ea typeface="+mn-ea"/>
                <a:cs typeface="Arial" panose="020B0604020202020204" pitchFamily="34" charset="0"/>
              </a:defRPr>
            </a:lvl5pPr>
            <a:lvl6pPr marL="2513092"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70017"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943"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868" indent="-228462" algn="l" defTabSz="913852"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a:lstStyle>
          <a:p>
            <a:pPr marL="0" indent="0">
              <a:buNone/>
            </a:pPr>
            <a:r>
              <a:rPr lang="en-US" sz="3200" b="1">
                <a:solidFill>
                  <a:schemeClr val="bg1">
                    <a:lumMod val="85000"/>
                  </a:schemeClr>
                </a:solidFill>
              </a:rPr>
              <a:t>Real-Time Meets Cloud  ROS 2 on VxWorks and Linux with Kubernetes</a:t>
            </a:r>
          </a:p>
        </p:txBody>
      </p:sp>
      <p:pic>
        <p:nvPicPr>
          <p:cNvPr id="8" name="Picture 7" descr="A picture containing stage, man, table, sitting&#10;&#10;Description automatically generated">
            <a:extLst>
              <a:ext uri="{FF2B5EF4-FFF2-40B4-BE49-F238E27FC236}">
                <a16:creationId xmlns:a16="http://schemas.microsoft.com/office/drawing/2014/main" id="{CF1B12E4-44EE-816D-2A49-8DFD916CDBCC}"/>
              </a:ext>
            </a:extLst>
          </p:cNvPr>
          <p:cNvPicPr>
            <a:picLocks noChangeAspect="1"/>
          </p:cNvPicPr>
          <p:nvPr/>
        </p:nvPicPr>
        <p:blipFill rotWithShape="1">
          <a:blip r:embed="rId2" cstate="screen">
            <a:grayscl/>
            <a:extLst>
              <a:ext uri="{28A0092B-C50C-407E-A947-70E740481C1C}">
                <a14:useLocalDpi xmlns:a14="http://schemas.microsoft.com/office/drawing/2010/main"/>
              </a:ext>
            </a:extLst>
          </a:blip>
          <a:srcRect t="255"/>
          <a:stretch/>
        </p:blipFill>
        <p:spPr>
          <a:xfrm>
            <a:off x="6088058" y="10919"/>
            <a:ext cx="6094413" cy="6863935"/>
          </a:xfrm>
          <a:prstGeom prst="rect">
            <a:avLst/>
          </a:prstGeom>
        </p:spPr>
      </p:pic>
      <p:sp>
        <p:nvSpPr>
          <p:cNvPr id="7" name="Rectangle 6">
            <a:extLst>
              <a:ext uri="{FF2B5EF4-FFF2-40B4-BE49-F238E27FC236}">
                <a16:creationId xmlns:a16="http://schemas.microsoft.com/office/drawing/2014/main" id="{CD714155-E12E-C979-A150-6C9BD702CD6D}"/>
              </a:ext>
            </a:extLst>
          </p:cNvPr>
          <p:cNvSpPr/>
          <p:nvPr/>
        </p:nvSpPr>
        <p:spPr>
          <a:xfrm>
            <a:off x="6084882" y="1"/>
            <a:ext cx="6097589" cy="6857999"/>
          </a:xfrm>
          <a:prstGeom prst="rect">
            <a:avLst/>
          </a:prstGeom>
          <a:solidFill>
            <a:schemeClr val="tx1">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026" name="Picture 2" descr="ROSCon 2025">
            <a:extLst>
              <a:ext uri="{FF2B5EF4-FFF2-40B4-BE49-F238E27FC236}">
                <a16:creationId xmlns:a16="http://schemas.microsoft.com/office/drawing/2014/main" id="{60977810-FE0C-75DC-A599-C495B3D9A9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15546" y="0"/>
            <a:ext cx="2066925" cy="22193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2E344C2-0288-EFCF-E022-E925DE85DD46}"/>
              </a:ext>
            </a:extLst>
          </p:cNvPr>
          <p:cNvPicPr>
            <a:picLocks noChangeAspect="1"/>
          </p:cNvPicPr>
          <p:nvPr/>
        </p:nvPicPr>
        <p:blipFill>
          <a:blip r:embed="rId4">
            <a:extLst>
              <a:ext uri="{28A0092B-C50C-407E-A947-70E740481C1C}">
                <a14:useLocalDpi xmlns:a14="http://schemas.microsoft.com/office/drawing/2010/main" val="0"/>
              </a:ext>
            </a:extLst>
          </a:blip>
          <a:srcRect l="9123" t="6891" r="4795" b="36141"/>
          <a:stretch/>
        </p:blipFill>
        <p:spPr bwMode="auto">
          <a:xfrm>
            <a:off x="3546294" y="3579322"/>
            <a:ext cx="2548118" cy="2525569"/>
          </a:xfrm>
          <a:prstGeom prst="ellipse">
            <a:avLst/>
          </a:prstGeom>
          <a:ln>
            <a:noFill/>
          </a:ln>
          <a:effectLst>
            <a:softEdge rad="112500"/>
          </a:effectLst>
        </p:spPr>
      </p:pic>
    </p:spTree>
    <p:extLst>
      <p:ext uri="{BB962C8B-B14F-4D97-AF65-F5344CB8AC3E}">
        <p14:creationId xmlns:p14="http://schemas.microsoft.com/office/powerpoint/2010/main" val="4589015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ounded Rectangle 156">
            <a:extLst>
              <a:ext uri="{FF2B5EF4-FFF2-40B4-BE49-F238E27FC236}">
                <a16:creationId xmlns:a16="http://schemas.microsoft.com/office/drawing/2014/main" id="{E2DCC2A2-374D-C65C-3D8C-8FBC274BFA23}"/>
              </a:ext>
            </a:extLst>
          </p:cNvPr>
          <p:cNvSpPr/>
          <p:nvPr/>
        </p:nvSpPr>
        <p:spPr>
          <a:xfrm>
            <a:off x="6215048" y="1215259"/>
            <a:ext cx="5486400" cy="1375607"/>
          </a:xfrm>
          <a:prstGeom prst="roundRect">
            <a:avLst>
              <a:gd name="adj" fmla="val 2983"/>
            </a:avLst>
          </a:prstGeom>
          <a:solidFill>
            <a:srgbClr val="F3FDFC"/>
          </a:solidFill>
          <a:ln w="15875">
            <a:solidFill>
              <a:srgbClr val="00ADA4"/>
            </a:solidFill>
            <a:prstDash val="solid"/>
          </a:ln>
          <a:effectLst>
            <a:outerShdw blurRad="1016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prstTxWarp prst="textNoShape">
              <a:avLst/>
            </a:prstTxWarp>
            <a:noAutofit/>
          </a:bodyPr>
          <a:lstStyle/>
          <a:p>
            <a:pPr marL="342900" indent="-342900" defTabSz="914400">
              <a:buFont typeface="Arial" panose="020B0604020202020204" pitchFamily="34" charset="0"/>
              <a:buChar char="•"/>
            </a:pPr>
            <a:endParaRPr lang="en-US" sz="2000" kern="0">
              <a:solidFill>
                <a:schemeClr val="tx1"/>
              </a:solidFill>
            </a:endParaRPr>
          </a:p>
        </p:txBody>
      </p:sp>
      <p:sp>
        <p:nvSpPr>
          <p:cNvPr id="2" name="Text Placeholder 1">
            <a:extLst>
              <a:ext uri="{FF2B5EF4-FFF2-40B4-BE49-F238E27FC236}">
                <a16:creationId xmlns:a16="http://schemas.microsoft.com/office/drawing/2014/main" id="{37196FD0-C41D-792C-D88F-B5995220B204}"/>
              </a:ext>
            </a:extLst>
          </p:cNvPr>
          <p:cNvSpPr>
            <a:spLocks noGrp="1"/>
          </p:cNvSpPr>
          <p:nvPr>
            <p:ph type="body" sz="quarter" idx="14"/>
          </p:nvPr>
        </p:nvSpPr>
        <p:spPr/>
        <p:txBody>
          <a:bodyPr/>
          <a:lstStyle/>
          <a:p>
            <a:r>
              <a:rPr lang="en-US"/>
              <a:t>What is VxWorks and who is Wind River</a:t>
            </a:r>
          </a:p>
        </p:txBody>
      </p:sp>
      <p:sp>
        <p:nvSpPr>
          <p:cNvPr id="7" name="Rounded Rectangle 156">
            <a:extLst>
              <a:ext uri="{FF2B5EF4-FFF2-40B4-BE49-F238E27FC236}">
                <a16:creationId xmlns:a16="http://schemas.microsoft.com/office/drawing/2014/main" id="{937568E6-002B-CE03-4703-580993FCC1DA}"/>
              </a:ext>
            </a:extLst>
          </p:cNvPr>
          <p:cNvSpPr/>
          <p:nvPr/>
        </p:nvSpPr>
        <p:spPr>
          <a:xfrm>
            <a:off x="6215048" y="2892487"/>
            <a:ext cx="5486400" cy="3795367"/>
          </a:xfrm>
          <a:prstGeom prst="roundRect">
            <a:avLst>
              <a:gd name="adj" fmla="val 2983"/>
            </a:avLst>
          </a:prstGeom>
          <a:solidFill>
            <a:srgbClr val="F3FDFC"/>
          </a:solidFill>
          <a:ln w="15875">
            <a:solidFill>
              <a:srgbClr val="00ADA4"/>
            </a:solidFill>
            <a:prstDash val="solid"/>
          </a:ln>
          <a:effectLst>
            <a:outerShdw blurRad="101600" dist="38100" dir="2700000" sx="101000" sy="101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prstTxWarp prst="textNoShape">
              <a:avLst/>
            </a:prstTxWarp>
            <a:noAutofit/>
          </a:bodyPr>
          <a:lstStyle/>
          <a:p>
            <a:pPr marL="342900" indent="-342900" defTabSz="914400">
              <a:buFont typeface="Arial" panose="020B0604020202020204" pitchFamily="34" charset="0"/>
              <a:buChar char="•"/>
            </a:pPr>
            <a:r>
              <a:rPr lang="en-US" sz="2000" kern="0">
                <a:solidFill>
                  <a:schemeClr val="tx1"/>
                </a:solidFill>
              </a:rPr>
              <a:t>32 / 64 bits, </a:t>
            </a:r>
            <a:r>
              <a:rPr lang="en-US" sz="2000" kern="0" err="1">
                <a:solidFill>
                  <a:schemeClr val="tx1"/>
                </a:solidFill>
              </a:rPr>
              <a:t>uP</a:t>
            </a:r>
            <a:r>
              <a:rPr lang="en-US" sz="2000" kern="0">
                <a:solidFill>
                  <a:schemeClr val="tx1"/>
                </a:solidFill>
              </a:rPr>
              <a:t> / SMP RTOS</a:t>
            </a:r>
          </a:p>
          <a:p>
            <a:pPr marL="342900" indent="-342900" defTabSz="914400">
              <a:buFont typeface="Arial" panose="020B0604020202020204" pitchFamily="34" charset="0"/>
              <a:buChar char="•"/>
            </a:pPr>
            <a:r>
              <a:rPr lang="en-US" sz="2000" kern="0">
                <a:solidFill>
                  <a:schemeClr val="tx1"/>
                </a:solidFill>
              </a:rPr>
              <a:t>ARM / Intel / MIPS / PowerPC</a:t>
            </a:r>
          </a:p>
          <a:p>
            <a:pPr marL="342900" indent="-342900" defTabSz="914400">
              <a:buFont typeface="Arial" panose="020B0604020202020204" pitchFamily="34" charset="0"/>
              <a:buChar char="•"/>
            </a:pPr>
            <a:r>
              <a:rPr lang="en-US" sz="2000" kern="0">
                <a:solidFill>
                  <a:schemeClr val="tx1"/>
                </a:solidFill>
              </a:rPr>
              <a:t>Proprietary kernel APIs, kernel-level C/C++ env including POSIX</a:t>
            </a:r>
          </a:p>
          <a:p>
            <a:pPr marL="342900" indent="-342900" defTabSz="914400">
              <a:buFont typeface="Arial" panose="020B0604020202020204" pitchFamily="34" charset="0"/>
              <a:buChar char="•"/>
            </a:pPr>
            <a:r>
              <a:rPr lang="en-US" sz="2000" kern="0">
                <a:solidFill>
                  <a:schemeClr val="tx1"/>
                </a:solidFill>
              </a:rPr>
              <a:t>User level process (user level optional)</a:t>
            </a:r>
          </a:p>
          <a:p>
            <a:pPr marL="342900" indent="-342900" defTabSz="914400">
              <a:buFont typeface="Arial" panose="020B0604020202020204" pitchFamily="34" charset="0"/>
              <a:buChar char="•"/>
            </a:pPr>
            <a:r>
              <a:rPr lang="en-US" sz="2000" kern="0">
                <a:solidFill>
                  <a:schemeClr val="tx1"/>
                </a:solidFill>
              </a:rPr>
              <a:t>C/C++14/17, possible to develop kernel C++ modules and user apps </a:t>
            </a:r>
          </a:p>
          <a:p>
            <a:pPr marL="342900" indent="-342900" defTabSz="914400">
              <a:buFont typeface="Arial" panose="020B0604020202020204" pitchFamily="34" charset="0"/>
              <a:buChar char="•"/>
            </a:pPr>
            <a:r>
              <a:rPr lang="en-US" sz="2000" kern="0">
                <a:solidFill>
                  <a:schemeClr val="tx1"/>
                </a:solidFill>
              </a:rPr>
              <a:t>Safety certifiable, DO-178, ISO 26262, </a:t>
            </a:r>
            <a:r>
              <a:rPr lang="en-US" sz="2000">
                <a:solidFill>
                  <a:schemeClr val="tx1"/>
                </a:solidFill>
              </a:rPr>
              <a:t>IEC 61508</a:t>
            </a:r>
            <a:endParaRPr lang="en-US" sz="2000" kern="0">
              <a:solidFill>
                <a:schemeClr val="tx1"/>
              </a:solidFill>
            </a:endParaRPr>
          </a:p>
          <a:p>
            <a:pPr marL="342900" indent="-342900" defTabSz="914400">
              <a:buFont typeface="Arial" panose="020B0604020202020204" pitchFamily="34" charset="0"/>
              <a:buChar char="•"/>
            </a:pPr>
            <a:r>
              <a:rPr lang="en-US" sz="2000" kern="0">
                <a:solidFill>
                  <a:schemeClr val="tx1"/>
                </a:solidFill>
              </a:rPr>
              <a:t>Toolchain LLVM 17, Dinkum C/C++ libs</a:t>
            </a:r>
          </a:p>
          <a:p>
            <a:pPr marL="342900" indent="-342900" defTabSz="914400">
              <a:buFont typeface="Arial" panose="020B0604020202020204" pitchFamily="34" charset="0"/>
              <a:buChar char="•"/>
            </a:pPr>
            <a:r>
              <a:rPr lang="en-US" sz="2000" kern="0">
                <a:solidFill>
                  <a:schemeClr val="tx1"/>
                </a:solidFill>
              </a:rPr>
              <a:t>Proprietary build system</a:t>
            </a:r>
          </a:p>
          <a:p>
            <a:pPr marL="342900" indent="-342900" defTabSz="914400">
              <a:buFont typeface="Arial" panose="020B0604020202020204" pitchFamily="34" charset="0"/>
              <a:buChar char="•"/>
            </a:pPr>
            <a:r>
              <a:rPr lang="en-US" sz="2000" kern="0">
                <a:solidFill>
                  <a:schemeClr val="tx1"/>
                </a:solidFill>
              </a:rPr>
              <a:t>Kernel shell</a:t>
            </a:r>
          </a:p>
          <a:p>
            <a:pPr marL="342900" indent="-342900" defTabSz="914400">
              <a:buFont typeface="Arial" panose="020B0604020202020204" pitchFamily="34" charset="0"/>
              <a:buChar char="•"/>
            </a:pPr>
            <a:r>
              <a:rPr lang="en-US" sz="2000" kern="0">
                <a:solidFill>
                  <a:schemeClr val="tx1"/>
                </a:solidFill>
              </a:rPr>
              <a:t>VSCode, Eclipse Windows / Linux / Cloud</a:t>
            </a:r>
          </a:p>
        </p:txBody>
      </p:sp>
      <p:pic>
        <p:nvPicPr>
          <p:cNvPr id="9" name="Picture 6" descr="C:\Documents and Settings\alexw\My Documents\Wind River\Presentations\Rolling Powerpoint\Untitled.jpg">
            <a:extLst>
              <a:ext uri="{FF2B5EF4-FFF2-40B4-BE49-F238E27FC236}">
                <a16:creationId xmlns:a16="http://schemas.microsoft.com/office/drawing/2014/main" id="{25DDA0AF-9A15-C6A1-7623-108E2D1F4F4A}"/>
              </a:ext>
            </a:extLst>
          </p:cNvPr>
          <p:cNvPicPr>
            <a:picLocks noChangeAspect="1" noChangeArrowheads="1"/>
          </p:cNvPicPr>
          <p:nvPr/>
        </p:nvPicPr>
        <p:blipFill>
          <a:blip r:embed="rId3"/>
          <a:srcRect/>
          <a:stretch>
            <a:fillRect/>
          </a:stretch>
        </p:blipFill>
        <p:spPr bwMode="auto">
          <a:xfrm>
            <a:off x="438967" y="4284036"/>
            <a:ext cx="1451139" cy="1163505"/>
          </a:xfrm>
          <a:prstGeom prst="rect">
            <a:avLst/>
          </a:prstGeom>
          <a:noFill/>
          <a:ln w="9525">
            <a:noFill/>
            <a:miter lim="800000"/>
            <a:headEnd/>
            <a:tailEnd/>
          </a:ln>
        </p:spPr>
      </p:pic>
      <p:pic>
        <p:nvPicPr>
          <p:cNvPr id="10" name="Picture 3">
            <a:extLst>
              <a:ext uri="{FF2B5EF4-FFF2-40B4-BE49-F238E27FC236}">
                <a16:creationId xmlns:a16="http://schemas.microsoft.com/office/drawing/2014/main" id="{CF0871CB-4C61-B451-17CA-ABF6B6B07EE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929" y="1870781"/>
            <a:ext cx="1451139" cy="968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0">
            <a:extLst>
              <a:ext uri="{FF2B5EF4-FFF2-40B4-BE49-F238E27FC236}">
                <a16:creationId xmlns:a16="http://schemas.microsoft.com/office/drawing/2014/main" id="{54C43267-4098-65BF-9779-05F27D31DE0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78375" y="5193047"/>
            <a:ext cx="1451139" cy="101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4">
            <a:extLst>
              <a:ext uri="{FF2B5EF4-FFF2-40B4-BE49-F238E27FC236}">
                <a16:creationId xmlns:a16="http://schemas.microsoft.com/office/drawing/2014/main" id="{E0DDA2AB-13C6-2E2A-39FC-408657C4EE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2859" y="1845003"/>
            <a:ext cx="1483723" cy="9842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4">
            <a:extLst>
              <a:ext uri="{FF2B5EF4-FFF2-40B4-BE49-F238E27FC236}">
                <a16:creationId xmlns:a16="http://schemas.microsoft.com/office/drawing/2014/main" id="{9F0921EE-BE06-F496-3DE3-EA409DA195F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470501" y="2901668"/>
            <a:ext cx="1008685" cy="9913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5">
            <a:extLst>
              <a:ext uri="{FF2B5EF4-FFF2-40B4-BE49-F238E27FC236}">
                <a16:creationId xmlns:a16="http://schemas.microsoft.com/office/drawing/2014/main" id="{2ACFDF1E-530C-A11A-51E4-F1DC954C91FB}"/>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3121483" y="3661183"/>
            <a:ext cx="1204355" cy="467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6">
            <a:extLst>
              <a:ext uri="{FF2B5EF4-FFF2-40B4-BE49-F238E27FC236}">
                <a16:creationId xmlns:a16="http://schemas.microsoft.com/office/drawing/2014/main" id="{C9A4EF84-EA3F-E408-D3BD-61E4410C9C3E}"/>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4195747" y="4319783"/>
            <a:ext cx="892932" cy="873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7">
            <a:extLst>
              <a:ext uri="{FF2B5EF4-FFF2-40B4-BE49-F238E27FC236}">
                <a16:creationId xmlns:a16="http://schemas.microsoft.com/office/drawing/2014/main" id="{3D3E6B04-5E6D-13F2-84CD-5B50324F0DA3}"/>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2496225" y="4319783"/>
            <a:ext cx="1359049" cy="321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8">
            <a:extLst>
              <a:ext uri="{FF2B5EF4-FFF2-40B4-BE49-F238E27FC236}">
                <a16:creationId xmlns:a16="http://schemas.microsoft.com/office/drawing/2014/main" id="{A18FBE47-E868-4BBA-7343-C9806984D9C8}"/>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2343455" y="3164780"/>
            <a:ext cx="1163814" cy="349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9">
            <a:extLst>
              <a:ext uri="{FF2B5EF4-FFF2-40B4-BE49-F238E27FC236}">
                <a16:creationId xmlns:a16="http://schemas.microsoft.com/office/drawing/2014/main" id="{54286BF7-1DC1-A39A-854D-1E2302F1EBD5}"/>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4686793" y="5422731"/>
            <a:ext cx="750339" cy="7503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2" descr="ÐÐ°ÑÑÐ¸Ð½ÐºÐ¸ Ð¿Ð¾ Ð·Ð°Ð¿ÑÐ¾ÑÑ Comau">
            <a:extLst>
              <a:ext uri="{FF2B5EF4-FFF2-40B4-BE49-F238E27FC236}">
                <a16:creationId xmlns:a16="http://schemas.microsoft.com/office/drawing/2014/main" id="{317DE399-E4F2-A3E9-9EC2-0599AC7AF62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4929" y="1628183"/>
            <a:ext cx="485196" cy="48519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5">
            <a:extLst>
              <a:ext uri="{FF2B5EF4-FFF2-40B4-BE49-F238E27FC236}">
                <a16:creationId xmlns:a16="http://schemas.microsoft.com/office/drawing/2014/main" id="{762EAB9B-CE85-E86F-ABCA-038B59B3A2EA}"/>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378574" y="3776211"/>
            <a:ext cx="882366" cy="6966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8">
            <a:extLst>
              <a:ext uri="{FF2B5EF4-FFF2-40B4-BE49-F238E27FC236}">
                <a16:creationId xmlns:a16="http://schemas.microsoft.com/office/drawing/2014/main" id="{1B89C2F4-D5D5-7D71-2DC7-37D88F2274DC}"/>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3318027" y="4787526"/>
            <a:ext cx="502081" cy="5020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15">
            <a:extLst>
              <a:ext uri="{FF2B5EF4-FFF2-40B4-BE49-F238E27FC236}">
                <a16:creationId xmlns:a16="http://schemas.microsoft.com/office/drawing/2014/main" id="{928002C2-BB7F-F979-319C-0213796B8DA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08882" y="2005022"/>
            <a:ext cx="1204355" cy="4770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12" descr="ÐÐ°ÑÑÐ¸Ð½ÐºÐ¸ Ð¿Ð¾ Ð·Ð°Ð¿ÑÐ¾ÑÑ kuka">
            <a:extLst>
              <a:ext uri="{FF2B5EF4-FFF2-40B4-BE49-F238E27FC236}">
                <a16:creationId xmlns:a16="http://schemas.microsoft.com/office/drawing/2014/main" id="{770B1DED-F0C2-4DB6-EFEE-226EC4447F0A}"/>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444585" y="1710631"/>
            <a:ext cx="1240270" cy="21242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FA955A8F-01DD-1038-C878-BF2A0E1818CD}"/>
              </a:ext>
            </a:extLst>
          </p:cNvPr>
          <p:cNvPicPr>
            <a:picLocks noChangeAspect="1"/>
          </p:cNvPicPr>
          <p:nvPr/>
        </p:nvPicPr>
        <p:blipFill>
          <a:blip r:embed="rId18"/>
          <a:stretch>
            <a:fillRect/>
          </a:stretch>
        </p:blipFill>
        <p:spPr>
          <a:xfrm>
            <a:off x="6278695" y="1805264"/>
            <a:ext cx="3433813" cy="497891"/>
          </a:xfrm>
          <a:prstGeom prst="rect">
            <a:avLst/>
          </a:prstGeom>
        </p:spPr>
      </p:pic>
      <p:pic>
        <p:nvPicPr>
          <p:cNvPr id="8" name="Picture 3">
            <a:extLst>
              <a:ext uri="{FF2B5EF4-FFF2-40B4-BE49-F238E27FC236}">
                <a16:creationId xmlns:a16="http://schemas.microsoft.com/office/drawing/2014/main" id="{6C454819-9E7C-F61F-BE55-63A9FD59543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776155" y="1370570"/>
            <a:ext cx="1788544" cy="9981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29">
            <a:extLst>
              <a:ext uri="{FF2B5EF4-FFF2-40B4-BE49-F238E27FC236}">
                <a16:creationId xmlns:a16="http://schemas.microsoft.com/office/drawing/2014/main" id="{7BA0C9FD-0BCD-3C4F-6D2A-9B21BB04CCAC}"/>
              </a:ext>
            </a:extLst>
          </p:cNvPr>
          <p:cNvPicPr>
            <a:picLocks noChangeAspect="1"/>
          </p:cNvPicPr>
          <p:nvPr/>
        </p:nvPicPr>
        <p:blipFill>
          <a:blip r:embed="rId20"/>
          <a:stretch>
            <a:fillRect/>
          </a:stretch>
        </p:blipFill>
        <p:spPr>
          <a:xfrm>
            <a:off x="6405161" y="1437789"/>
            <a:ext cx="3307348" cy="391982"/>
          </a:xfrm>
          <a:prstGeom prst="rect">
            <a:avLst/>
          </a:prstGeom>
        </p:spPr>
      </p:pic>
      <p:sp>
        <p:nvSpPr>
          <p:cNvPr id="25" name="Text Placeholder 5">
            <a:extLst>
              <a:ext uri="{FF2B5EF4-FFF2-40B4-BE49-F238E27FC236}">
                <a16:creationId xmlns:a16="http://schemas.microsoft.com/office/drawing/2014/main" id="{ACA339A0-11BC-9373-8FD3-43E1259BC308}"/>
              </a:ext>
            </a:extLst>
          </p:cNvPr>
          <p:cNvSpPr txBox="1">
            <a:spLocks/>
          </p:cNvSpPr>
          <p:nvPr/>
        </p:nvSpPr>
        <p:spPr>
          <a:xfrm rot="16200000">
            <a:off x="-771248" y="1010864"/>
            <a:ext cx="2241201" cy="221261"/>
          </a:xfrm>
          <a:prstGeom prst="rect">
            <a:avLst/>
          </a:prstGeom>
        </p:spPr>
        <p:txBody>
          <a:bodyPr/>
          <a:lstStyle>
            <a:lvl1pPr marL="228531" indent="-228531" algn="l" defTabSz="914126" rtl="0" eaLnBrk="1" latinLnBrk="0" hangingPunct="1">
              <a:lnSpc>
                <a:spcPct val="90000"/>
              </a:lnSpc>
              <a:spcBef>
                <a:spcPts val="1000"/>
              </a:spcBef>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1pPr>
            <a:lvl2pPr marL="685594" indent="-228531" algn="l" defTabSz="914126" rtl="0" eaLnBrk="1" latinLnBrk="0" hangingPunct="1">
              <a:lnSpc>
                <a:spcPct val="90000"/>
              </a:lnSpc>
              <a:spcBef>
                <a:spcPts val="500"/>
              </a:spcBef>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2pPr>
            <a:lvl3pPr marL="1142657" indent="-228531" algn="l" defTabSz="914126" rtl="0" eaLnBrk="1" latinLnBrk="0" hangingPunct="1">
              <a:lnSpc>
                <a:spcPct val="90000"/>
              </a:lnSpc>
              <a:spcBef>
                <a:spcPts val="500"/>
              </a:spcBef>
              <a:buFont typeface="Arial" panose="020B0604020202020204" pitchFamily="34" charset="0"/>
              <a:buChar char="•"/>
              <a:defRPr sz="1200" kern="1200">
                <a:solidFill>
                  <a:schemeClr val="bg1"/>
                </a:solidFill>
                <a:latin typeface="Arial" panose="020B0604020202020204" pitchFamily="34" charset="0"/>
                <a:ea typeface="+mn-ea"/>
                <a:cs typeface="Arial" panose="020B0604020202020204" pitchFamily="34" charset="0"/>
              </a:defRPr>
            </a:lvl3pPr>
            <a:lvl4pPr marL="1599720" indent="-228531" algn="l" defTabSz="914126" rtl="0" eaLnBrk="1" latinLnBrk="0" hangingPunct="1">
              <a:lnSpc>
                <a:spcPct val="90000"/>
              </a:lnSpc>
              <a:spcBef>
                <a:spcPts val="500"/>
              </a:spcBef>
              <a:buFont typeface="Arial" panose="020B0604020202020204" pitchFamily="34" charset="0"/>
              <a:buChar char="•"/>
              <a:defRPr sz="1100" kern="1200">
                <a:solidFill>
                  <a:schemeClr val="bg1"/>
                </a:solidFill>
                <a:latin typeface="Arial" panose="020B0604020202020204" pitchFamily="34" charset="0"/>
                <a:ea typeface="+mn-ea"/>
                <a:cs typeface="Arial" panose="020B0604020202020204" pitchFamily="34" charset="0"/>
              </a:defRPr>
            </a:lvl4pPr>
            <a:lvl5pPr marL="2056783" indent="-228531" algn="l" defTabSz="914126" rtl="0" eaLnBrk="1" latinLnBrk="0" hangingPunct="1">
              <a:lnSpc>
                <a:spcPct val="90000"/>
              </a:lnSpc>
              <a:spcBef>
                <a:spcPts val="500"/>
              </a:spcBef>
              <a:buFont typeface="Arial" panose="020B0604020202020204" pitchFamily="34" charset="0"/>
              <a:buChar char="•"/>
              <a:defRPr sz="1100" kern="1200">
                <a:solidFill>
                  <a:schemeClr val="bg1"/>
                </a:solidFill>
                <a:latin typeface="Arial" panose="020B0604020202020204" pitchFamily="34" charset="0"/>
                <a:ea typeface="+mn-ea"/>
                <a:cs typeface="Arial" panose="020B0604020202020204" pitchFamily="34"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GB" sz="900">
                <a:solidFill>
                  <a:schemeClr val="bg2"/>
                </a:solidFill>
              </a:rPr>
              <a:t>TECHNOLOGY OFFICE</a:t>
            </a:r>
          </a:p>
        </p:txBody>
      </p:sp>
    </p:spTree>
    <p:extLst>
      <p:ext uri="{BB962C8B-B14F-4D97-AF65-F5344CB8AC3E}">
        <p14:creationId xmlns:p14="http://schemas.microsoft.com/office/powerpoint/2010/main" val="10683306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6E910C-6B6F-4A10-D9A8-E40B222EEE43}"/>
              </a:ext>
            </a:extLst>
          </p:cNvPr>
          <p:cNvSpPr>
            <a:spLocks noGrp="1"/>
          </p:cNvSpPr>
          <p:nvPr>
            <p:ph type="body" sz="quarter" idx="14"/>
          </p:nvPr>
        </p:nvSpPr>
        <p:spPr/>
        <p:txBody>
          <a:bodyPr/>
          <a:lstStyle/>
          <a:p>
            <a:r>
              <a:rPr kumimoji="0" lang="en-GB" sz="3199" b="1" i="0" u="none" strike="noStrike" kern="1200" cap="none" spc="0" normalizeH="0" baseline="0" noProof="0">
                <a:ln>
                  <a:noFill/>
                </a:ln>
                <a:solidFill>
                  <a:srgbClr val="FFFFFF"/>
                </a:solidFill>
                <a:effectLst/>
                <a:uLnTx/>
                <a:uFillTx/>
                <a:latin typeface="Arial" panose="020B0604020202020204"/>
                <a:ea typeface="+mj-ea"/>
                <a:cs typeface="+mj-cs"/>
              </a:rPr>
              <a:t>TRANSITION TO SOFTWARE-DEFINED</a:t>
            </a:r>
            <a:endParaRPr kumimoji="0" lang="en-US" sz="3199" b="1" i="0" u="none" strike="noStrike" kern="1200" cap="none" spc="0" normalizeH="0" baseline="0" noProof="0">
              <a:ln>
                <a:noFill/>
              </a:ln>
              <a:solidFill>
                <a:srgbClr val="FFFFFF"/>
              </a:solidFill>
              <a:effectLst/>
              <a:uLnTx/>
              <a:uFillTx/>
              <a:latin typeface="Arial" panose="020B0604020202020204"/>
              <a:ea typeface="+mj-ea"/>
              <a:cs typeface="+mj-cs"/>
            </a:endParaRPr>
          </a:p>
          <a:p>
            <a:endParaRPr lang="en-US"/>
          </a:p>
        </p:txBody>
      </p:sp>
      <p:pic>
        <p:nvPicPr>
          <p:cNvPr id="3" name="Picture 2" descr="Background pattern&#10;&#10;Description automatically generated">
            <a:extLst>
              <a:ext uri="{FF2B5EF4-FFF2-40B4-BE49-F238E27FC236}">
                <a16:creationId xmlns:a16="http://schemas.microsoft.com/office/drawing/2014/main" id="{F53C7D9A-FDC7-2B45-9FBE-54707170F4FE}"/>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Lst>
          </a:blip>
          <a:srcRect l="12723"/>
          <a:stretch/>
        </p:blipFill>
        <p:spPr>
          <a:xfrm flipH="1">
            <a:off x="9813573" y="252699"/>
            <a:ext cx="2375252" cy="1390625"/>
          </a:xfrm>
          <a:prstGeom prst="rect">
            <a:avLst/>
          </a:prstGeom>
        </p:spPr>
      </p:pic>
      <p:pic>
        <p:nvPicPr>
          <p:cNvPr id="4" name="Picture 3" descr="Background pattern&#10;&#10;Description automatically generated">
            <a:extLst>
              <a:ext uri="{FF2B5EF4-FFF2-40B4-BE49-F238E27FC236}">
                <a16:creationId xmlns:a16="http://schemas.microsoft.com/office/drawing/2014/main" id="{E8F15057-DA13-4FDD-60A9-E16BB3FDA8D4}"/>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Lst>
          </a:blip>
          <a:srcRect l="12723"/>
          <a:stretch/>
        </p:blipFill>
        <p:spPr>
          <a:xfrm flipH="1">
            <a:off x="8706278" y="772356"/>
            <a:ext cx="3474185" cy="2034010"/>
          </a:xfrm>
          <a:prstGeom prst="rect">
            <a:avLst/>
          </a:prstGeom>
        </p:spPr>
      </p:pic>
      <p:cxnSp>
        <p:nvCxnSpPr>
          <p:cNvPr id="5" name="Straight Connector 4">
            <a:extLst>
              <a:ext uri="{FF2B5EF4-FFF2-40B4-BE49-F238E27FC236}">
                <a16:creationId xmlns:a16="http://schemas.microsoft.com/office/drawing/2014/main" id="{77C0ACD5-D78C-013F-7EE2-2362A07FA03C}"/>
              </a:ext>
            </a:extLst>
          </p:cNvPr>
          <p:cNvCxnSpPr>
            <a:cxnSpLocks/>
          </p:cNvCxnSpPr>
          <p:nvPr/>
        </p:nvCxnSpPr>
        <p:spPr>
          <a:xfrm>
            <a:off x="1255709" y="2145552"/>
            <a:ext cx="5942052" cy="0"/>
          </a:xfrm>
          <a:prstGeom prst="line">
            <a:avLst/>
          </a:prstGeom>
          <a:noFill/>
          <a:ln w="6350" cap="flat" cmpd="sng" algn="ctr">
            <a:solidFill>
              <a:srgbClr val="939598"/>
            </a:solidFill>
            <a:prstDash val="solid"/>
            <a:miter lim="800000"/>
          </a:ln>
          <a:effectLst/>
        </p:spPr>
      </p:cxnSp>
      <p:cxnSp>
        <p:nvCxnSpPr>
          <p:cNvPr id="6" name="Straight Connector 5">
            <a:extLst>
              <a:ext uri="{FF2B5EF4-FFF2-40B4-BE49-F238E27FC236}">
                <a16:creationId xmlns:a16="http://schemas.microsoft.com/office/drawing/2014/main" id="{C8368ABB-CCEE-140D-A7FF-69878C2B2C52}"/>
              </a:ext>
            </a:extLst>
          </p:cNvPr>
          <p:cNvCxnSpPr>
            <a:cxnSpLocks/>
          </p:cNvCxnSpPr>
          <p:nvPr/>
        </p:nvCxnSpPr>
        <p:spPr>
          <a:xfrm>
            <a:off x="1214173" y="3169376"/>
            <a:ext cx="5942052" cy="0"/>
          </a:xfrm>
          <a:prstGeom prst="line">
            <a:avLst/>
          </a:prstGeom>
          <a:noFill/>
          <a:ln w="6350" cap="flat" cmpd="sng" algn="ctr">
            <a:solidFill>
              <a:schemeClr val="bg1">
                <a:lumMod val="65000"/>
                <a:lumOff val="35000"/>
              </a:schemeClr>
            </a:solidFill>
            <a:prstDash val="dash"/>
            <a:miter lim="800000"/>
          </a:ln>
          <a:effectLst/>
        </p:spPr>
      </p:cxnSp>
      <p:cxnSp>
        <p:nvCxnSpPr>
          <p:cNvPr id="7" name="Straight Connector 6">
            <a:extLst>
              <a:ext uri="{FF2B5EF4-FFF2-40B4-BE49-F238E27FC236}">
                <a16:creationId xmlns:a16="http://schemas.microsoft.com/office/drawing/2014/main" id="{87F420B7-7F31-77ED-DAC3-4D7CF6ADEB92}"/>
              </a:ext>
            </a:extLst>
          </p:cNvPr>
          <p:cNvCxnSpPr>
            <a:cxnSpLocks/>
          </p:cNvCxnSpPr>
          <p:nvPr/>
        </p:nvCxnSpPr>
        <p:spPr>
          <a:xfrm>
            <a:off x="1214173" y="4811501"/>
            <a:ext cx="5942052" cy="0"/>
          </a:xfrm>
          <a:prstGeom prst="line">
            <a:avLst/>
          </a:prstGeom>
          <a:noFill/>
          <a:ln w="6350" cap="flat" cmpd="sng" algn="ctr">
            <a:solidFill>
              <a:schemeClr val="bg1">
                <a:lumMod val="65000"/>
                <a:lumOff val="35000"/>
              </a:schemeClr>
            </a:solidFill>
            <a:prstDash val="dash"/>
            <a:miter lim="800000"/>
          </a:ln>
          <a:effectLst/>
        </p:spPr>
      </p:cxnSp>
      <p:sp>
        <p:nvSpPr>
          <p:cNvPr id="8" name="TextBox 7">
            <a:extLst>
              <a:ext uri="{FF2B5EF4-FFF2-40B4-BE49-F238E27FC236}">
                <a16:creationId xmlns:a16="http://schemas.microsoft.com/office/drawing/2014/main" id="{33743208-4584-C04D-9A60-6AB73A83E0E2}"/>
              </a:ext>
            </a:extLst>
          </p:cNvPr>
          <p:cNvSpPr txBox="1"/>
          <p:nvPr/>
        </p:nvSpPr>
        <p:spPr>
          <a:xfrm>
            <a:off x="1214172" y="2546806"/>
            <a:ext cx="1398933" cy="461545"/>
          </a:xfrm>
          <a:prstGeom prst="rect">
            <a:avLst/>
          </a:prstGeom>
          <a:noFill/>
        </p:spPr>
        <p:txBody>
          <a:bodyPr wrap="square" rtlCol="0">
            <a:spAutoFit/>
          </a:bodyPr>
          <a:lstStyle/>
          <a:p>
            <a:pPr marL="0" marR="0" lvl="0" indent="0" algn="l" defTabSz="45706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rial" panose="020B0604020202020204"/>
                <a:ea typeface="+mn-ea"/>
                <a:cs typeface="+mn-cs"/>
              </a:rPr>
              <a:t>Consumer / Enterprise</a:t>
            </a:r>
          </a:p>
        </p:txBody>
      </p:sp>
      <p:cxnSp>
        <p:nvCxnSpPr>
          <p:cNvPr id="9" name="Straight Connector 8">
            <a:extLst>
              <a:ext uri="{FF2B5EF4-FFF2-40B4-BE49-F238E27FC236}">
                <a16:creationId xmlns:a16="http://schemas.microsoft.com/office/drawing/2014/main" id="{6A52E982-D05A-2490-8FE9-A60E080A4381}"/>
              </a:ext>
            </a:extLst>
          </p:cNvPr>
          <p:cNvCxnSpPr>
            <a:cxnSpLocks/>
          </p:cNvCxnSpPr>
          <p:nvPr/>
        </p:nvCxnSpPr>
        <p:spPr>
          <a:xfrm>
            <a:off x="1214173" y="3990438"/>
            <a:ext cx="5942052" cy="0"/>
          </a:xfrm>
          <a:prstGeom prst="line">
            <a:avLst/>
          </a:prstGeom>
          <a:noFill/>
          <a:ln w="6350" cap="flat" cmpd="sng" algn="ctr">
            <a:solidFill>
              <a:schemeClr val="bg1">
                <a:lumMod val="65000"/>
                <a:lumOff val="35000"/>
              </a:schemeClr>
            </a:solidFill>
            <a:prstDash val="dash"/>
            <a:miter lim="800000"/>
          </a:ln>
          <a:effectLst/>
        </p:spPr>
      </p:cxnSp>
      <p:sp>
        <p:nvSpPr>
          <p:cNvPr id="10" name="TextBox 9">
            <a:extLst>
              <a:ext uri="{FF2B5EF4-FFF2-40B4-BE49-F238E27FC236}">
                <a16:creationId xmlns:a16="http://schemas.microsoft.com/office/drawing/2014/main" id="{D3F902CB-1135-42EF-FCAA-49CE28F52FD9}"/>
              </a:ext>
            </a:extLst>
          </p:cNvPr>
          <p:cNvSpPr txBox="1"/>
          <p:nvPr/>
        </p:nvSpPr>
        <p:spPr>
          <a:xfrm>
            <a:off x="1214172" y="3466442"/>
            <a:ext cx="808025" cy="276927"/>
          </a:xfrm>
          <a:prstGeom prst="rect">
            <a:avLst/>
          </a:prstGeom>
          <a:noFill/>
        </p:spPr>
        <p:txBody>
          <a:bodyPr wrap="square" rtlCol="0">
            <a:spAutoFit/>
          </a:bodyPr>
          <a:lstStyle/>
          <a:p>
            <a:pPr marL="0" marR="0" lvl="0" indent="0" algn="l" defTabSz="45706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rial" panose="020B0604020202020204"/>
                <a:ea typeface="+mn-ea"/>
                <a:cs typeface="+mn-cs"/>
              </a:rPr>
              <a:t>Telecom</a:t>
            </a:r>
          </a:p>
        </p:txBody>
      </p:sp>
      <p:sp>
        <p:nvSpPr>
          <p:cNvPr id="11" name="TextBox 10">
            <a:extLst>
              <a:ext uri="{FF2B5EF4-FFF2-40B4-BE49-F238E27FC236}">
                <a16:creationId xmlns:a16="http://schemas.microsoft.com/office/drawing/2014/main" id="{1B969335-68A9-08BD-2EE8-E265E12E75C1}"/>
              </a:ext>
            </a:extLst>
          </p:cNvPr>
          <p:cNvSpPr txBox="1"/>
          <p:nvPr/>
        </p:nvSpPr>
        <p:spPr>
          <a:xfrm>
            <a:off x="1214172" y="4283598"/>
            <a:ext cx="516353" cy="276927"/>
          </a:xfrm>
          <a:prstGeom prst="rect">
            <a:avLst/>
          </a:prstGeom>
          <a:noFill/>
        </p:spPr>
        <p:txBody>
          <a:bodyPr wrap="square" rtlCol="0">
            <a:spAutoFit/>
          </a:bodyPr>
          <a:lstStyle/>
          <a:p>
            <a:pPr marL="0" marR="0" lvl="0" indent="0" algn="l" defTabSz="45706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Arial" panose="020B0604020202020204"/>
                <a:ea typeface="+mn-ea"/>
                <a:cs typeface="+mn-cs"/>
              </a:rPr>
              <a:t>A&amp;D</a:t>
            </a:r>
          </a:p>
        </p:txBody>
      </p:sp>
      <p:sp>
        <p:nvSpPr>
          <p:cNvPr id="12" name="TextBox 11">
            <a:extLst>
              <a:ext uri="{FF2B5EF4-FFF2-40B4-BE49-F238E27FC236}">
                <a16:creationId xmlns:a16="http://schemas.microsoft.com/office/drawing/2014/main" id="{9FD2FD98-E1E2-E6EB-4EE3-615A32E43FD1}"/>
              </a:ext>
            </a:extLst>
          </p:cNvPr>
          <p:cNvSpPr txBox="1"/>
          <p:nvPr/>
        </p:nvSpPr>
        <p:spPr>
          <a:xfrm>
            <a:off x="1214173" y="5073434"/>
            <a:ext cx="1030782" cy="276927"/>
          </a:xfrm>
          <a:prstGeom prst="rect">
            <a:avLst/>
          </a:prstGeom>
          <a:noFill/>
        </p:spPr>
        <p:txBody>
          <a:bodyPr wrap="square" lIns="91440" tIns="45720" rIns="91440" bIns="45720" rtlCol="0" anchor="t">
            <a:spAutoFit/>
          </a:bodyPr>
          <a:lstStyle/>
          <a:p>
            <a:pPr marL="0" marR="0" lvl="0" indent="0" algn="l" defTabSz="457063" rtl="0" eaLnBrk="1" fontAlgn="auto" latinLnBrk="0" hangingPunct="1">
              <a:lnSpc>
                <a:spcPct val="100000"/>
              </a:lnSpc>
              <a:spcBef>
                <a:spcPts val="0"/>
              </a:spcBef>
              <a:spcAft>
                <a:spcPts val="0"/>
              </a:spcAft>
              <a:buClrTx/>
              <a:buSzTx/>
              <a:buFontTx/>
              <a:buNone/>
              <a:tabLst/>
              <a:defRPr/>
            </a:pPr>
            <a:r>
              <a:rPr lang="en-US" sz="1200" b="1" kern="0">
                <a:solidFill>
                  <a:srgbClr val="FFFFFF"/>
                </a:solidFill>
                <a:latin typeface="Arial" panose="020B0604020202020204"/>
              </a:rPr>
              <a:t>Robotics</a:t>
            </a:r>
            <a:endParaRPr kumimoji="0" lang="en-US" sz="1200" b="1"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3" name="Rectangle 12">
            <a:extLst>
              <a:ext uri="{FF2B5EF4-FFF2-40B4-BE49-F238E27FC236}">
                <a16:creationId xmlns:a16="http://schemas.microsoft.com/office/drawing/2014/main" id="{E1BFC221-8FFA-63AE-92BA-6E907C11715A}"/>
              </a:ext>
            </a:extLst>
          </p:cNvPr>
          <p:cNvSpPr/>
          <p:nvPr/>
        </p:nvSpPr>
        <p:spPr>
          <a:xfrm>
            <a:off x="2449706" y="4166095"/>
            <a:ext cx="2595504" cy="511931"/>
          </a:xfrm>
          <a:prstGeom prst="rect">
            <a:avLst/>
          </a:prstGeom>
          <a:gradFill flip="none" rotWithShape="1">
            <a:gsLst>
              <a:gs pos="20000">
                <a:srgbClr val="005C56">
                  <a:alpha val="49000"/>
                </a:srgbClr>
              </a:gs>
              <a:gs pos="61782">
                <a:srgbClr val="00635D"/>
              </a:gs>
              <a:gs pos="61823">
                <a:srgbClr val="00635D"/>
              </a:gs>
              <a:gs pos="83136">
                <a:srgbClr val="006760"/>
              </a:gs>
              <a:gs pos="0">
                <a:srgbClr val="00423D">
                  <a:alpha val="0"/>
                </a:srgbClr>
              </a:gs>
              <a:gs pos="100000">
                <a:srgbClr val="00686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FFFFFF">
                    <a:lumMod val="85000"/>
                  </a:srgbClr>
                </a:solidFill>
                <a:effectLst/>
                <a:uLnTx/>
                <a:uFillTx/>
                <a:latin typeface="Arial" panose="020B0604020202020204"/>
                <a:ea typeface="+mn-ea"/>
                <a:cs typeface="+mn-cs"/>
              </a:rPr>
              <a:t>Next-gen hardware in production</a:t>
            </a:r>
          </a:p>
        </p:txBody>
      </p:sp>
      <p:pic>
        <p:nvPicPr>
          <p:cNvPr id="14" name="Graphic 13" descr="Rocket with solid fill">
            <a:extLst>
              <a:ext uri="{FF2B5EF4-FFF2-40B4-BE49-F238E27FC236}">
                <a16:creationId xmlns:a16="http://schemas.microsoft.com/office/drawing/2014/main" id="{8DE6C784-9819-4E46-26E7-3599E26972F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20286" y="4264427"/>
            <a:ext cx="265860" cy="322640"/>
          </a:xfrm>
          <a:prstGeom prst="rect">
            <a:avLst/>
          </a:prstGeom>
        </p:spPr>
      </p:pic>
      <p:sp>
        <p:nvSpPr>
          <p:cNvPr id="15" name="Rectangle 14">
            <a:extLst>
              <a:ext uri="{FF2B5EF4-FFF2-40B4-BE49-F238E27FC236}">
                <a16:creationId xmlns:a16="http://schemas.microsoft.com/office/drawing/2014/main" id="{EC3E7294-CAD4-BD73-E6A7-B058E21B5B5A}"/>
              </a:ext>
            </a:extLst>
          </p:cNvPr>
          <p:cNvSpPr/>
          <p:nvPr/>
        </p:nvSpPr>
        <p:spPr>
          <a:xfrm>
            <a:off x="2449706" y="4945588"/>
            <a:ext cx="1223324" cy="532620"/>
          </a:xfrm>
          <a:prstGeom prst="rect">
            <a:avLst/>
          </a:prstGeom>
          <a:gradFill flip="none" rotWithShape="1">
            <a:gsLst>
              <a:gs pos="20000">
                <a:srgbClr val="005C56">
                  <a:alpha val="49000"/>
                </a:srgbClr>
              </a:gs>
              <a:gs pos="61782">
                <a:srgbClr val="00635D"/>
              </a:gs>
              <a:gs pos="61823">
                <a:srgbClr val="00635D"/>
              </a:gs>
              <a:gs pos="83136">
                <a:srgbClr val="006760"/>
              </a:gs>
              <a:gs pos="0">
                <a:srgbClr val="00423D">
                  <a:alpha val="0"/>
                </a:srgbClr>
              </a:gs>
              <a:gs pos="100000">
                <a:srgbClr val="00686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FFFFFF">
                    <a:lumMod val="85000"/>
                  </a:srgbClr>
                </a:solidFill>
                <a:effectLst/>
                <a:uLnTx/>
                <a:uFillTx/>
                <a:latin typeface="Arial" panose="020B0604020202020204"/>
                <a:ea typeface="+mn-ea"/>
                <a:cs typeface="+mn-cs"/>
              </a:rPr>
              <a:t>In development</a:t>
            </a:r>
          </a:p>
        </p:txBody>
      </p:sp>
      <p:sp>
        <p:nvSpPr>
          <p:cNvPr id="17" name="Rectangle 16">
            <a:extLst>
              <a:ext uri="{FF2B5EF4-FFF2-40B4-BE49-F238E27FC236}">
                <a16:creationId xmlns:a16="http://schemas.microsoft.com/office/drawing/2014/main" id="{141E2CE3-9F09-C27A-0939-B704BE563A50}"/>
              </a:ext>
            </a:extLst>
          </p:cNvPr>
          <p:cNvSpPr/>
          <p:nvPr/>
        </p:nvSpPr>
        <p:spPr>
          <a:xfrm>
            <a:off x="2449706" y="2528917"/>
            <a:ext cx="4274909" cy="493939"/>
          </a:xfrm>
          <a:prstGeom prst="rect">
            <a:avLst/>
          </a:prstGeom>
          <a:solidFill>
            <a:srgbClr val="00AC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FFFFFF">
                    <a:lumMod val="85000"/>
                  </a:srgbClr>
                </a:solidFill>
                <a:effectLst/>
                <a:uLnTx/>
                <a:uFillTx/>
                <a:latin typeface="Arial" panose="020B0604020202020204"/>
                <a:ea typeface="+mn-ea"/>
                <a:cs typeface="+mn-cs"/>
              </a:rPr>
              <a:t>Deployed at scale</a:t>
            </a:r>
          </a:p>
        </p:txBody>
      </p:sp>
      <p:grpSp>
        <p:nvGrpSpPr>
          <p:cNvPr id="18" name="Group 17">
            <a:extLst>
              <a:ext uri="{FF2B5EF4-FFF2-40B4-BE49-F238E27FC236}">
                <a16:creationId xmlns:a16="http://schemas.microsoft.com/office/drawing/2014/main" id="{144511BE-171D-457C-F923-2B6721744D6A}"/>
              </a:ext>
            </a:extLst>
          </p:cNvPr>
          <p:cNvGrpSpPr/>
          <p:nvPr/>
        </p:nvGrpSpPr>
        <p:grpSpPr>
          <a:xfrm>
            <a:off x="6897655" y="2593554"/>
            <a:ext cx="199949" cy="338392"/>
            <a:chOff x="11192728" y="2989286"/>
            <a:chExt cx="242716" cy="338480"/>
          </a:xfrm>
        </p:grpSpPr>
        <p:grpSp>
          <p:nvGrpSpPr>
            <p:cNvPr id="19" name="Group 18">
              <a:extLst>
                <a:ext uri="{FF2B5EF4-FFF2-40B4-BE49-F238E27FC236}">
                  <a16:creationId xmlns:a16="http://schemas.microsoft.com/office/drawing/2014/main" id="{07A92A8E-AB48-2D61-1CE4-D987237397BF}"/>
                </a:ext>
              </a:extLst>
            </p:cNvPr>
            <p:cNvGrpSpPr/>
            <p:nvPr/>
          </p:nvGrpSpPr>
          <p:grpSpPr>
            <a:xfrm>
              <a:off x="11192728" y="3055996"/>
              <a:ext cx="172086" cy="271770"/>
              <a:chOff x="5465785" y="1706500"/>
              <a:chExt cx="626232" cy="988987"/>
            </a:xfrm>
          </p:grpSpPr>
          <p:sp>
            <p:nvSpPr>
              <p:cNvPr id="24" name="Rectangle 23">
                <a:extLst>
                  <a:ext uri="{FF2B5EF4-FFF2-40B4-BE49-F238E27FC236}">
                    <a16:creationId xmlns:a16="http://schemas.microsoft.com/office/drawing/2014/main" id="{F1588819-EE7F-6F30-2794-BED496DFFCDA}"/>
                  </a:ext>
                </a:extLst>
              </p:cNvPr>
              <p:cNvSpPr/>
              <p:nvPr/>
            </p:nvSpPr>
            <p:spPr>
              <a:xfrm>
                <a:off x="5515695" y="1738029"/>
                <a:ext cx="524786" cy="133102"/>
              </a:xfrm>
              <a:prstGeom prst="rect">
                <a:avLst/>
              </a:prstGeom>
              <a:solidFill>
                <a:srgbClr val="00AC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25" name="Group 24">
                <a:extLst>
                  <a:ext uri="{FF2B5EF4-FFF2-40B4-BE49-F238E27FC236}">
                    <a16:creationId xmlns:a16="http://schemas.microsoft.com/office/drawing/2014/main" id="{C1DB1637-9C2A-0486-437B-17437EF08EC0}"/>
                  </a:ext>
                </a:extLst>
              </p:cNvPr>
              <p:cNvGrpSpPr/>
              <p:nvPr/>
            </p:nvGrpSpPr>
            <p:grpSpPr>
              <a:xfrm>
                <a:off x="5465785" y="1706500"/>
                <a:ext cx="626232" cy="988987"/>
                <a:chOff x="-2596928" y="1181974"/>
                <a:chExt cx="476913" cy="859440"/>
              </a:xfrm>
              <a:solidFill>
                <a:schemeClr val="tx1"/>
              </a:solidFill>
            </p:grpSpPr>
            <p:sp>
              <p:nvSpPr>
                <p:cNvPr id="28" name="Freeform: Shape 27">
                  <a:extLst>
                    <a:ext uri="{FF2B5EF4-FFF2-40B4-BE49-F238E27FC236}">
                      <a16:creationId xmlns:a16="http://schemas.microsoft.com/office/drawing/2014/main" id="{C5B9C342-2F3D-F01A-11C0-682185BFC3CC}"/>
                    </a:ext>
                  </a:extLst>
                </p:cNvPr>
                <p:cNvSpPr/>
                <p:nvPr/>
              </p:nvSpPr>
              <p:spPr>
                <a:xfrm>
                  <a:off x="-2596928" y="1181974"/>
                  <a:ext cx="476913" cy="859440"/>
                </a:xfrm>
                <a:custGeom>
                  <a:avLst/>
                  <a:gdLst>
                    <a:gd name="connsiteX0" fmla="*/ 393520 w 476916"/>
                    <a:gd name="connsiteY0" fmla="*/ 858945 h 859440"/>
                    <a:gd name="connsiteX1" fmla="*/ 83100 w 476916"/>
                    <a:gd name="connsiteY1" fmla="*/ 858945 h 859440"/>
                    <a:gd name="connsiteX2" fmla="*/ -149 w 476916"/>
                    <a:gd name="connsiteY2" fmla="*/ 775697 h 859440"/>
                    <a:gd name="connsiteX3" fmla="*/ -149 w 476916"/>
                    <a:gd name="connsiteY3" fmla="*/ 82753 h 859440"/>
                    <a:gd name="connsiteX4" fmla="*/ 83100 w 476916"/>
                    <a:gd name="connsiteY4" fmla="*/ -496 h 859440"/>
                    <a:gd name="connsiteX5" fmla="*/ 393520 w 476916"/>
                    <a:gd name="connsiteY5" fmla="*/ -496 h 859440"/>
                    <a:gd name="connsiteX6" fmla="*/ 476768 w 476916"/>
                    <a:gd name="connsiteY6" fmla="*/ 82753 h 859440"/>
                    <a:gd name="connsiteX7" fmla="*/ 476768 w 476916"/>
                    <a:gd name="connsiteY7" fmla="*/ 776077 h 859440"/>
                    <a:gd name="connsiteX8" fmla="*/ 393520 w 476916"/>
                    <a:gd name="connsiteY8" fmla="*/ 858945 h 859440"/>
                    <a:gd name="connsiteX9" fmla="*/ 83100 w 476916"/>
                    <a:gd name="connsiteY9" fmla="*/ 46748 h 859440"/>
                    <a:gd name="connsiteX10" fmla="*/ 47476 w 476916"/>
                    <a:gd name="connsiteY10" fmla="*/ 82372 h 859440"/>
                    <a:gd name="connsiteX11" fmla="*/ 47476 w 476916"/>
                    <a:gd name="connsiteY11" fmla="*/ 776077 h 859440"/>
                    <a:gd name="connsiteX12" fmla="*/ 83100 w 476916"/>
                    <a:gd name="connsiteY12" fmla="*/ 811701 h 859440"/>
                    <a:gd name="connsiteX13" fmla="*/ 393520 w 476916"/>
                    <a:gd name="connsiteY13" fmla="*/ 811701 h 859440"/>
                    <a:gd name="connsiteX14" fmla="*/ 429143 w 476916"/>
                    <a:gd name="connsiteY14" fmla="*/ 776077 h 859440"/>
                    <a:gd name="connsiteX15" fmla="*/ 429143 w 476916"/>
                    <a:gd name="connsiteY15" fmla="*/ 82753 h 859440"/>
                    <a:gd name="connsiteX16" fmla="*/ 393520 w 476916"/>
                    <a:gd name="connsiteY16" fmla="*/ 47129 h 859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6916" h="859440">
                      <a:moveTo>
                        <a:pt x="393520" y="858945"/>
                      </a:moveTo>
                      <a:lnTo>
                        <a:pt x="83100" y="858945"/>
                      </a:lnTo>
                      <a:cubicBezTo>
                        <a:pt x="37142" y="858897"/>
                        <a:pt x="-91" y="821655"/>
                        <a:pt x="-149" y="775697"/>
                      </a:cubicBezTo>
                      <a:lnTo>
                        <a:pt x="-149" y="82753"/>
                      </a:lnTo>
                      <a:cubicBezTo>
                        <a:pt x="-91" y="36795"/>
                        <a:pt x="37142" y="-439"/>
                        <a:pt x="83100" y="-496"/>
                      </a:cubicBezTo>
                      <a:lnTo>
                        <a:pt x="393520" y="-496"/>
                      </a:lnTo>
                      <a:cubicBezTo>
                        <a:pt x="439478" y="-439"/>
                        <a:pt x="476711" y="36795"/>
                        <a:pt x="476768" y="82753"/>
                      </a:cubicBezTo>
                      <a:lnTo>
                        <a:pt x="476768" y="776077"/>
                      </a:lnTo>
                      <a:cubicBezTo>
                        <a:pt x="476511" y="821883"/>
                        <a:pt x="439325" y="858897"/>
                        <a:pt x="393520" y="858945"/>
                      </a:cubicBezTo>
                      <a:close/>
                      <a:moveTo>
                        <a:pt x="83100" y="46748"/>
                      </a:moveTo>
                      <a:cubicBezTo>
                        <a:pt x="63450" y="46805"/>
                        <a:pt x="47524" y="62722"/>
                        <a:pt x="47476" y="82372"/>
                      </a:cubicBezTo>
                      <a:lnTo>
                        <a:pt x="47476" y="776077"/>
                      </a:lnTo>
                      <a:cubicBezTo>
                        <a:pt x="47524" y="795727"/>
                        <a:pt x="63450" y="811644"/>
                        <a:pt x="83100" y="811701"/>
                      </a:cubicBezTo>
                      <a:lnTo>
                        <a:pt x="393520" y="811701"/>
                      </a:lnTo>
                      <a:cubicBezTo>
                        <a:pt x="413170" y="811644"/>
                        <a:pt x="429095" y="795727"/>
                        <a:pt x="429143" y="776077"/>
                      </a:cubicBezTo>
                      <a:lnTo>
                        <a:pt x="429143" y="82753"/>
                      </a:lnTo>
                      <a:cubicBezTo>
                        <a:pt x="429095" y="63103"/>
                        <a:pt x="413170" y="47186"/>
                        <a:pt x="393520" y="47129"/>
                      </a:cubicBezTo>
                      <a:close/>
                    </a:path>
                  </a:pathLst>
                </a:custGeom>
                <a:solidFill>
                  <a:srgbClr val="00AC9F"/>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9" name="Freeform: Shape 28">
                  <a:extLst>
                    <a:ext uri="{FF2B5EF4-FFF2-40B4-BE49-F238E27FC236}">
                      <a16:creationId xmlns:a16="http://schemas.microsoft.com/office/drawing/2014/main" id="{2F6D2006-8D1A-AFC4-43DA-C887F5B621B6}"/>
                    </a:ext>
                  </a:extLst>
                </p:cNvPr>
                <p:cNvSpPr/>
                <p:nvPr/>
              </p:nvSpPr>
              <p:spPr>
                <a:xfrm>
                  <a:off x="-2404252" y="1242628"/>
                  <a:ext cx="91114" cy="39729"/>
                </a:xfrm>
                <a:custGeom>
                  <a:avLst/>
                  <a:gdLst>
                    <a:gd name="connsiteX0" fmla="*/ 274552 w 298513"/>
                    <a:gd name="connsiteY0" fmla="*/ 47129 h 47625"/>
                    <a:gd name="connsiteX1" fmla="*/ 23664 w 298513"/>
                    <a:gd name="connsiteY1" fmla="*/ 47129 h 47625"/>
                    <a:gd name="connsiteX2" fmla="*/ -149 w 298513"/>
                    <a:gd name="connsiteY2" fmla="*/ 23317 h 47625"/>
                    <a:gd name="connsiteX3" fmla="*/ 23664 w 298513"/>
                    <a:gd name="connsiteY3" fmla="*/ -496 h 47625"/>
                    <a:gd name="connsiteX4" fmla="*/ 274552 w 298513"/>
                    <a:gd name="connsiteY4" fmla="*/ -496 h 47625"/>
                    <a:gd name="connsiteX5" fmla="*/ 298365 w 298513"/>
                    <a:gd name="connsiteY5" fmla="*/ 23317 h 47625"/>
                    <a:gd name="connsiteX6" fmla="*/ 274552 w 298513"/>
                    <a:gd name="connsiteY6" fmla="*/ 47129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8513" h="47625">
                      <a:moveTo>
                        <a:pt x="274552" y="47129"/>
                      </a:moveTo>
                      <a:lnTo>
                        <a:pt x="23664" y="47129"/>
                      </a:lnTo>
                      <a:cubicBezTo>
                        <a:pt x="10510" y="47129"/>
                        <a:pt x="-149" y="36471"/>
                        <a:pt x="-149" y="23317"/>
                      </a:cubicBezTo>
                      <a:cubicBezTo>
                        <a:pt x="-149" y="10163"/>
                        <a:pt x="10510" y="-496"/>
                        <a:pt x="23664" y="-496"/>
                      </a:cubicBezTo>
                      <a:lnTo>
                        <a:pt x="274552" y="-496"/>
                      </a:lnTo>
                      <a:cubicBezTo>
                        <a:pt x="287706" y="-496"/>
                        <a:pt x="298365" y="10163"/>
                        <a:pt x="298365" y="23317"/>
                      </a:cubicBezTo>
                      <a:cubicBezTo>
                        <a:pt x="298365" y="36471"/>
                        <a:pt x="287706" y="47129"/>
                        <a:pt x="274552" y="47129"/>
                      </a:cubicBezTo>
                      <a:close/>
                    </a:path>
                  </a:pathLst>
                </a:custGeom>
                <a:solidFill>
                  <a:schemeClr val="bg1"/>
                </a:solidFill>
                <a:ln w="952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26" name="Rectangle 25">
                <a:extLst>
                  <a:ext uri="{FF2B5EF4-FFF2-40B4-BE49-F238E27FC236}">
                    <a16:creationId xmlns:a16="http://schemas.microsoft.com/office/drawing/2014/main" id="{7F1FDC93-D398-116C-2AEC-9B2787B027AE}"/>
                  </a:ext>
                </a:extLst>
              </p:cNvPr>
              <p:cNvSpPr/>
              <p:nvPr/>
            </p:nvSpPr>
            <p:spPr>
              <a:xfrm>
                <a:off x="5505633" y="2550492"/>
                <a:ext cx="565685" cy="99132"/>
              </a:xfrm>
              <a:prstGeom prst="rect">
                <a:avLst/>
              </a:prstGeom>
              <a:solidFill>
                <a:srgbClr val="00AC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8FEE1190-9283-6B76-99B0-B21F46ECA0CB}"/>
                  </a:ext>
                </a:extLst>
              </p:cNvPr>
              <p:cNvSpPr/>
              <p:nvPr/>
            </p:nvSpPr>
            <p:spPr>
              <a:xfrm>
                <a:off x="5731602" y="2584408"/>
                <a:ext cx="80795" cy="807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20" name="Group 19">
              <a:extLst>
                <a:ext uri="{FF2B5EF4-FFF2-40B4-BE49-F238E27FC236}">
                  <a16:creationId xmlns:a16="http://schemas.microsoft.com/office/drawing/2014/main" id="{68FA1FB3-5CC4-7791-77C6-C61390B27B16}"/>
                </a:ext>
              </a:extLst>
            </p:cNvPr>
            <p:cNvGrpSpPr/>
            <p:nvPr/>
          </p:nvGrpSpPr>
          <p:grpSpPr>
            <a:xfrm>
              <a:off x="11349708" y="2989286"/>
              <a:ext cx="85736" cy="85736"/>
              <a:chOff x="11534764" y="3083713"/>
              <a:chExt cx="123722" cy="123722"/>
            </a:xfrm>
          </p:grpSpPr>
          <p:sp>
            <p:nvSpPr>
              <p:cNvPr id="21" name="Freeform: Shape 20">
                <a:extLst>
                  <a:ext uri="{FF2B5EF4-FFF2-40B4-BE49-F238E27FC236}">
                    <a16:creationId xmlns:a16="http://schemas.microsoft.com/office/drawing/2014/main" id="{73DCF074-5EE8-8F43-ACCB-43735CA6BA8B}"/>
                  </a:ext>
                </a:extLst>
              </p:cNvPr>
              <p:cNvSpPr/>
              <p:nvPr/>
            </p:nvSpPr>
            <p:spPr>
              <a:xfrm flipH="1">
                <a:off x="11534765" y="3145181"/>
                <a:ext cx="62253" cy="62253"/>
              </a:xfrm>
              <a:custGeom>
                <a:avLst/>
                <a:gdLst>
                  <a:gd name="connsiteX0" fmla="*/ 11783 w 62253"/>
                  <a:gd name="connsiteY0" fmla="*/ 62254 h 62253"/>
                  <a:gd name="connsiteX1" fmla="*/ 0 w 62253"/>
                  <a:gd name="connsiteY1" fmla="*/ 62254 h 62253"/>
                  <a:gd name="connsiteX2" fmla="*/ 62254 w 62253"/>
                  <a:gd name="connsiteY2" fmla="*/ 0 h 62253"/>
                  <a:gd name="connsiteX3" fmla="*/ 62254 w 62253"/>
                  <a:gd name="connsiteY3" fmla="*/ 11783 h 62253"/>
                  <a:gd name="connsiteX4" fmla="*/ 11783 w 62253"/>
                  <a:gd name="connsiteY4" fmla="*/ 62254 h 62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53" h="62253">
                    <a:moveTo>
                      <a:pt x="11783" y="62254"/>
                    </a:moveTo>
                    <a:lnTo>
                      <a:pt x="0" y="62254"/>
                    </a:lnTo>
                    <a:cubicBezTo>
                      <a:pt x="43" y="27890"/>
                      <a:pt x="27890" y="43"/>
                      <a:pt x="62254" y="0"/>
                    </a:cubicBezTo>
                    <a:lnTo>
                      <a:pt x="62254" y="11783"/>
                    </a:lnTo>
                    <a:cubicBezTo>
                      <a:pt x="34393" y="11815"/>
                      <a:pt x="11815" y="34393"/>
                      <a:pt x="11783" y="62254"/>
                    </a:cubicBezTo>
                    <a:close/>
                  </a:path>
                </a:pathLst>
              </a:custGeom>
              <a:solidFill>
                <a:srgbClr val="00AC9F"/>
              </a:solidFill>
              <a:ln w="188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2" name="Freeform: Shape 21">
                <a:extLst>
                  <a:ext uri="{FF2B5EF4-FFF2-40B4-BE49-F238E27FC236}">
                    <a16:creationId xmlns:a16="http://schemas.microsoft.com/office/drawing/2014/main" id="{2FF56DC9-63B1-72AD-C9D5-D58DF51F89B9}"/>
                  </a:ext>
                </a:extLst>
              </p:cNvPr>
              <p:cNvSpPr/>
              <p:nvPr/>
            </p:nvSpPr>
            <p:spPr>
              <a:xfrm flipH="1">
                <a:off x="11534764" y="3114526"/>
                <a:ext cx="92988" cy="92909"/>
              </a:xfrm>
              <a:custGeom>
                <a:avLst/>
                <a:gdLst>
                  <a:gd name="connsiteX0" fmla="*/ 11783 w 92988"/>
                  <a:gd name="connsiteY0" fmla="*/ 92909 h 92909"/>
                  <a:gd name="connsiteX1" fmla="*/ 0 w 92988"/>
                  <a:gd name="connsiteY1" fmla="*/ 92909 h 92909"/>
                  <a:gd name="connsiteX2" fmla="*/ 92988 w 92988"/>
                  <a:gd name="connsiteY2" fmla="*/ 0 h 92909"/>
                  <a:gd name="connsiteX3" fmla="*/ 92988 w 92988"/>
                  <a:gd name="connsiteY3" fmla="*/ 11783 h 92909"/>
                  <a:gd name="connsiteX4" fmla="*/ 11783 w 92988"/>
                  <a:gd name="connsiteY4" fmla="*/ 92909 h 92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988" h="92909">
                    <a:moveTo>
                      <a:pt x="11783" y="92909"/>
                    </a:moveTo>
                    <a:lnTo>
                      <a:pt x="0" y="92909"/>
                    </a:lnTo>
                    <a:cubicBezTo>
                      <a:pt x="97" y="41607"/>
                      <a:pt x="41685" y="54"/>
                      <a:pt x="92988" y="0"/>
                    </a:cubicBezTo>
                    <a:lnTo>
                      <a:pt x="92988" y="11783"/>
                    </a:lnTo>
                    <a:cubicBezTo>
                      <a:pt x="48193" y="11837"/>
                      <a:pt x="11880" y="48114"/>
                      <a:pt x="11783" y="92909"/>
                    </a:cubicBezTo>
                    <a:close/>
                  </a:path>
                </a:pathLst>
              </a:custGeom>
              <a:solidFill>
                <a:srgbClr val="00AC9F"/>
              </a:solidFill>
              <a:ln w="188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Freeform: Shape 22">
                <a:extLst>
                  <a:ext uri="{FF2B5EF4-FFF2-40B4-BE49-F238E27FC236}">
                    <a16:creationId xmlns:a16="http://schemas.microsoft.com/office/drawing/2014/main" id="{38E40955-C52A-F177-4BCF-527C60499850}"/>
                  </a:ext>
                </a:extLst>
              </p:cNvPr>
              <p:cNvSpPr/>
              <p:nvPr/>
            </p:nvSpPr>
            <p:spPr>
              <a:xfrm flipH="1">
                <a:off x="11534764" y="3083713"/>
                <a:ext cx="123722" cy="123722"/>
              </a:xfrm>
              <a:custGeom>
                <a:avLst/>
                <a:gdLst>
                  <a:gd name="connsiteX0" fmla="*/ 11783 w 123722"/>
                  <a:gd name="connsiteY0" fmla="*/ 123722 h 123722"/>
                  <a:gd name="connsiteX1" fmla="*/ 0 w 123722"/>
                  <a:gd name="connsiteY1" fmla="*/ 123722 h 123722"/>
                  <a:gd name="connsiteX2" fmla="*/ 123722 w 123722"/>
                  <a:gd name="connsiteY2" fmla="*/ 0 h 123722"/>
                  <a:gd name="connsiteX3" fmla="*/ 123722 w 123722"/>
                  <a:gd name="connsiteY3" fmla="*/ 11783 h 123722"/>
                  <a:gd name="connsiteX4" fmla="*/ 11783 w 123722"/>
                  <a:gd name="connsiteY4" fmla="*/ 123722 h 123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22" h="123722">
                    <a:moveTo>
                      <a:pt x="11783" y="123722"/>
                    </a:moveTo>
                    <a:lnTo>
                      <a:pt x="0" y="123722"/>
                    </a:lnTo>
                    <a:cubicBezTo>
                      <a:pt x="76" y="55424"/>
                      <a:pt x="55424" y="76"/>
                      <a:pt x="123722" y="0"/>
                    </a:cubicBezTo>
                    <a:lnTo>
                      <a:pt x="123722" y="11783"/>
                    </a:lnTo>
                    <a:cubicBezTo>
                      <a:pt x="61927" y="11848"/>
                      <a:pt x="11848" y="61927"/>
                      <a:pt x="11783" y="123722"/>
                    </a:cubicBezTo>
                    <a:close/>
                  </a:path>
                </a:pathLst>
              </a:custGeom>
              <a:solidFill>
                <a:srgbClr val="00AC9F"/>
              </a:solidFill>
              <a:ln w="1885" cap="flat">
                <a:noFill/>
                <a:prstDash val="solid"/>
                <a:miter/>
              </a:ln>
            </p:spPr>
            <p:txBody>
              <a:bodyPr rtlCol="0" anchor="ct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30" name="Group 29">
            <a:extLst>
              <a:ext uri="{FF2B5EF4-FFF2-40B4-BE49-F238E27FC236}">
                <a16:creationId xmlns:a16="http://schemas.microsoft.com/office/drawing/2014/main" id="{832F306D-9D41-82A2-66C4-8C0007883C12}"/>
              </a:ext>
            </a:extLst>
          </p:cNvPr>
          <p:cNvGrpSpPr/>
          <p:nvPr/>
        </p:nvGrpSpPr>
        <p:grpSpPr>
          <a:xfrm>
            <a:off x="2449705" y="3331987"/>
            <a:ext cx="4082986" cy="545837"/>
            <a:chOff x="1896175" y="3745618"/>
            <a:chExt cx="8238571" cy="512064"/>
          </a:xfrm>
        </p:grpSpPr>
        <p:sp>
          <p:nvSpPr>
            <p:cNvPr id="31" name="Rectangle 30">
              <a:extLst>
                <a:ext uri="{FF2B5EF4-FFF2-40B4-BE49-F238E27FC236}">
                  <a16:creationId xmlns:a16="http://schemas.microsoft.com/office/drawing/2014/main" id="{770034AB-4A9C-2352-F9AC-55082657CACB}"/>
                </a:ext>
              </a:extLst>
            </p:cNvPr>
            <p:cNvSpPr/>
            <p:nvPr/>
          </p:nvSpPr>
          <p:spPr>
            <a:xfrm>
              <a:off x="1896175" y="3745618"/>
              <a:ext cx="7919954" cy="512064"/>
            </a:xfrm>
            <a:prstGeom prst="rect">
              <a:avLst/>
            </a:prstGeom>
            <a:gradFill flip="none" rotWithShape="1">
              <a:gsLst>
                <a:gs pos="20000">
                  <a:srgbClr val="005C56">
                    <a:alpha val="49000"/>
                  </a:srgbClr>
                </a:gs>
                <a:gs pos="61782">
                  <a:srgbClr val="00635D"/>
                </a:gs>
                <a:gs pos="61823">
                  <a:srgbClr val="00635D"/>
                </a:gs>
                <a:gs pos="83136">
                  <a:srgbClr val="006760"/>
                </a:gs>
                <a:gs pos="0">
                  <a:srgbClr val="00423D">
                    <a:alpha val="0"/>
                  </a:srgbClr>
                </a:gs>
                <a:gs pos="100000">
                  <a:srgbClr val="00686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FFFFFF">
                      <a:lumMod val="85000"/>
                    </a:srgbClr>
                  </a:solidFill>
                  <a:effectLst/>
                  <a:uLnTx/>
                  <a:uFillTx/>
                  <a:latin typeface="Arial" panose="020B0604020202020204"/>
                  <a:ea typeface="+mn-ea"/>
                  <a:cs typeface="+mn-cs"/>
                </a:rPr>
                <a:t>In production and in the process of scaling up </a:t>
              </a:r>
            </a:p>
          </p:txBody>
        </p:sp>
        <p:pic>
          <p:nvPicPr>
            <p:cNvPr id="32" name="Graphic 31" descr="Cell Tower with solid fill">
              <a:extLst>
                <a:ext uri="{FF2B5EF4-FFF2-40B4-BE49-F238E27FC236}">
                  <a16:creationId xmlns:a16="http://schemas.microsoft.com/office/drawing/2014/main" id="{4F9F6F51-A1D1-5A1D-6C69-9FA7F911D76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97511" y="3840519"/>
              <a:ext cx="637235" cy="323671"/>
            </a:xfrm>
            <a:prstGeom prst="rect">
              <a:avLst/>
            </a:prstGeom>
          </p:spPr>
        </p:pic>
      </p:grpSp>
      <p:sp>
        <p:nvSpPr>
          <p:cNvPr id="33" name="TextBox 32">
            <a:extLst>
              <a:ext uri="{FF2B5EF4-FFF2-40B4-BE49-F238E27FC236}">
                <a16:creationId xmlns:a16="http://schemas.microsoft.com/office/drawing/2014/main" id="{8304AD58-2893-76AE-82E7-1234D1410DA0}"/>
              </a:ext>
            </a:extLst>
          </p:cNvPr>
          <p:cNvSpPr txBox="1"/>
          <p:nvPr/>
        </p:nvSpPr>
        <p:spPr>
          <a:xfrm>
            <a:off x="2298107" y="1945549"/>
            <a:ext cx="1249802" cy="400006"/>
          </a:xfrm>
          <a:prstGeom prst="rect">
            <a:avLst/>
          </a:prstGeom>
          <a:solidFill>
            <a:schemeClr val="tx1"/>
          </a:solidFill>
        </p:spPr>
        <p:txBody>
          <a:bodyPr wrap="square" lIns="91416" tIns="45708" rIns="91416" bIns="45708" rtlCol="0" anchor="t">
            <a:spAutoFit/>
          </a:bodyPr>
          <a:lstStyle/>
          <a:p>
            <a:pPr marL="0" marR="0" lvl="0" indent="0" algn="ctr" defTabSz="457063"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FFFFFF">
                    <a:lumMod val="85000"/>
                  </a:srgbClr>
                </a:solidFill>
                <a:effectLst/>
                <a:uLnTx/>
                <a:uFillTx/>
                <a:latin typeface="Arial" panose="020B0604020202020204"/>
                <a:ea typeface="+mn-ea"/>
                <a:cs typeface="+mn-cs"/>
              </a:rPr>
              <a:t>OPTIMIZED</a:t>
            </a:r>
          </a:p>
          <a:p>
            <a:pPr marL="0" marR="0" lvl="0" indent="0" algn="ctr" defTabSz="457063"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FFFFFF">
                    <a:lumMod val="85000"/>
                  </a:srgbClr>
                </a:solidFill>
                <a:effectLst/>
                <a:uLnTx/>
                <a:uFillTx/>
                <a:latin typeface="Arial" panose="020B0604020202020204"/>
                <a:ea typeface="+mn-ea"/>
                <a:cs typeface="+mn-cs"/>
              </a:rPr>
              <a:t>HARDWARE</a:t>
            </a:r>
          </a:p>
        </p:txBody>
      </p:sp>
      <p:sp>
        <p:nvSpPr>
          <p:cNvPr id="34" name="TextBox 33">
            <a:extLst>
              <a:ext uri="{FF2B5EF4-FFF2-40B4-BE49-F238E27FC236}">
                <a16:creationId xmlns:a16="http://schemas.microsoft.com/office/drawing/2014/main" id="{DE5C412D-900E-7600-9F87-FB396650A705}"/>
              </a:ext>
            </a:extLst>
          </p:cNvPr>
          <p:cNvSpPr txBox="1"/>
          <p:nvPr/>
        </p:nvSpPr>
        <p:spPr>
          <a:xfrm>
            <a:off x="5292706" y="1945549"/>
            <a:ext cx="1380909" cy="400006"/>
          </a:xfrm>
          <a:prstGeom prst="rect">
            <a:avLst/>
          </a:prstGeom>
          <a:solidFill>
            <a:schemeClr val="tx1"/>
          </a:solidFill>
        </p:spPr>
        <p:txBody>
          <a:bodyPr wrap="square" lIns="91416" tIns="45708" rIns="91416" bIns="45708" rtlCol="0" anchor="t">
            <a:spAutoFit/>
          </a:bodyPr>
          <a:lstStyle>
            <a:defPPr>
              <a:defRPr lang="en-US"/>
            </a:defPPr>
            <a:lvl1pPr marR="0" lvl="0" indent="0" algn="ctr" defTabSz="457200" fontAlgn="auto">
              <a:lnSpc>
                <a:spcPct val="100000"/>
              </a:lnSpc>
              <a:spcBef>
                <a:spcPts val="0"/>
              </a:spcBef>
              <a:spcAft>
                <a:spcPts val="0"/>
              </a:spcAft>
              <a:buClrTx/>
              <a:buSzTx/>
              <a:buFontTx/>
              <a:buNone/>
              <a:tabLst/>
              <a:defRPr kumimoji="0" sz="1000" b="1" i="0" u="none" strike="noStrike" kern="0" cap="none" spc="0" normalizeH="0" baseline="0">
                <a:ln>
                  <a:noFill/>
                </a:ln>
                <a:solidFill>
                  <a:srgbClr val="FFFFFF">
                    <a:lumMod val="85000"/>
                  </a:srgbClr>
                </a:solidFill>
                <a:effectLst/>
                <a:uLnTx/>
                <a:uFillTx/>
                <a:latin typeface="Arial" panose="020B0604020202020204"/>
              </a:defRPr>
            </a:lvl1pPr>
          </a:lstStyle>
          <a:p>
            <a:r>
              <a:rPr lang="en-US" sz="1000"/>
              <a:t>EDGE-TO-CLOUD CONNECTIVITY</a:t>
            </a:r>
          </a:p>
        </p:txBody>
      </p:sp>
      <p:sp>
        <p:nvSpPr>
          <p:cNvPr id="35" name="TextBox 34">
            <a:extLst>
              <a:ext uri="{FF2B5EF4-FFF2-40B4-BE49-F238E27FC236}">
                <a16:creationId xmlns:a16="http://schemas.microsoft.com/office/drawing/2014/main" id="{597565CA-2C35-1742-01B3-3926971C1359}"/>
              </a:ext>
            </a:extLst>
          </p:cNvPr>
          <p:cNvSpPr txBox="1"/>
          <p:nvPr/>
        </p:nvSpPr>
        <p:spPr>
          <a:xfrm>
            <a:off x="3795407" y="1945549"/>
            <a:ext cx="1249802" cy="400006"/>
          </a:xfrm>
          <a:prstGeom prst="rect">
            <a:avLst/>
          </a:prstGeom>
          <a:solidFill>
            <a:schemeClr val="tx1"/>
          </a:solidFill>
        </p:spPr>
        <p:txBody>
          <a:bodyPr wrap="square" lIns="91416" tIns="45708" rIns="91416" bIns="45708" rtlCol="0" anchor="t">
            <a:spAutoFit/>
          </a:bodyPr>
          <a:lstStyle>
            <a:defPPr>
              <a:defRPr lang="en-US"/>
            </a:defPPr>
            <a:lvl1pPr marR="0" lvl="0" indent="0" algn="ctr" defTabSz="457200" fontAlgn="auto">
              <a:lnSpc>
                <a:spcPct val="100000"/>
              </a:lnSpc>
              <a:spcBef>
                <a:spcPts val="0"/>
              </a:spcBef>
              <a:spcAft>
                <a:spcPts val="0"/>
              </a:spcAft>
              <a:buClrTx/>
              <a:buSzTx/>
              <a:buFontTx/>
              <a:buNone/>
              <a:tabLst/>
              <a:defRPr kumimoji="0" sz="1000" b="1" i="0" u="none" strike="noStrike" kern="0" cap="none" spc="0" normalizeH="0" baseline="0">
                <a:ln>
                  <a:noFill/>
                </a:ln>
                <a:solidFill>
                  <a:srgbClr val="FFFFFF">
                    <a:lumMod val="85000"/>
                  </a:srgbClr>
                </a:solidFill>
                <a:effectLst/>
                <a:uLnTx/>
                <a:uFillTx/>
                <a:latin typeface="Arial" panose="020B0604020202020204"/>
              </a:defRPr>
            </a:lvl1pPr>
          </a:lstStyle>
          <a:p>
            <a:r>
              <a:rPr lang="en-US" sz="1000"/>
              <a:t>CLOUD-NATIVE SOFTWARE</a:t>
            </a:r>
          </a:p>
        </p:txBody>
      </p:sp>
      <p:grpSp>
        <p:nvGrpSpPr>
          <p:cNvPr id="36" name="Group 35">
            <a:extLst>
              <a:ext uri="{FF2B5EF4-FFF2-40B4-BE49-F238E27FC236}">
                <a16:creationId xmlns:a16="http://schemas.microsoft.com/office/drawing/2014/main" id="{B7C8A07C-F89F-8D36-C176-8B26416005D8}"/>
              </a:ext>
            </a:extLst>
          </p:cNvPr>
          <p:cNvGrpSpPr/>
          <p:nvPr/>
        </p:nvGrpSpPr>
        <p:grpSpPr>
          <a:xfrm>
            <a:off x="7234843" y="1823817"/>
            <a:ext cx="4449334" cy="3896280"/>
            <a:chOff x="7079716" y="1823398"/>
            <a:chExt cx="4450493" cy="3897295"/>
          </a:xfrm>
        </p:grpSpPr>
        <p:grpSp>
          <p:nvGrpSpPr>
            <p:cNvPr id="37" name="Group 36">
              <a:extLst>
                <a:ext uri="{FF2B5EF4-FFF2-40B4-BE49-F238E27FC236}">
                  <a16:creationId xmlns:a16="http://schemas.microsoft.com/office/drawing/2014/main" id="{C12D7A82-6D7C-EDBD-2B7E-4A44758A008E}"/>
                </a:ext>
              </a:extLst>
            </p:cNvPr>
            <p:cNvGrpSpPr/>
            <p:nvPr/>
          </p:nvGrpSpPr>
          <p:grpSpPr>
            <a:xfrm>
              <a:off x="7079716" y="1823398"/>
              <a:ext cx="4450493" cy="3897295"/>
              <a:chOff x="7079716" y="1823398"/>
              <a:chExt cx="4450493" cy="3897295"/>
            </a:xfrm>
          </p:grpSpPr>
          <p:grpSp>
            <p:nvGrpSpPr>
              <p:cNvPr id="39" name="Group 38">
                <a:extLst>
                  <a:ext uri="{FF2B5EF4-FFF2-40B4-BE49-F238E27FC236}">
                    <a16:creationId xmlns:a16="http://schemas.microsoft.com/office/drawing/2014/main" id="{7FD04665-E09D-C57C-B50F-DFD240F613ED}"/>
                  </a:ext>
                </a:extLst>
              </p:cNvPr>
              <p:cNvGrpSpPr/>
              <p:nvPr/>
            </p:nvGrpSpPr>
            <p:grpSpPr>
              <a:xfrm>
                <a:off x="7288364" y="2145218"/>
                <a:ext cx="4032371" cy="3575475"/>
                <a:chOff x="7268325" y="2145218"/>
                <a:chExt cx="4032371" cy="3575475"/>
              </a:xfrm>
            </p:grpSpPr>
            <p:sp>
              <p:nvSpPr>
                <p:cNvPr id="41" name="Rectangle: Rounded Corners 40">
                  <a:extLst>
                    <a:ext uri="{FF2B5EF4-FFF2-40B4-BE49-F238E27FC236}">
                      <a16:creationId xmlns:a16="http://schemas.microsoft.com/office/drawing/2014/main" id="{FF257625-465B-501B-07C1-45208C9BB74A}"/>
                    </a:ext>
                  </a:extLst>
                </p:cNvPr>
                <p:cNvSpPr/>
                <p:nvPr/>
              </p:nvSpPr>
              <p:spPr>
                <a:xfrm>
                  <a:off x="7268325" y="2145218"/>
                  <a:ext cx="3943060" cy="3575475"/>
                </a:xfrm>
                <a:prstGeom prst="roundRect">
                  <a:avLst>
                    <a:gd name="adj" fmla="val 2241"/>
                  </a:avLst>
                </a:prstGeom>
                <a:solidFill>
                  <a:srgbClr val="1C1C1C">
                    <a:alpha val="40000"/>
                  </a:srgbClr>
                </a:solidFill>
                <a:ln w="19050">
                  <a:solidFill>
                    <a:srgbClr val="F74018"/>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42" name="Group 41">
                  <a:extLst>
                    <a:ext uri="{FF2B5EF4-FFF2-40B4-BE49-F238E27FC236}">
                      <a16:creationId xmlns:a16="http://schemas.microsoft.com/office/drawing/2014/main" id="{5F14C3FD-2803-3A90-5C5A-83AFCF70087B}"/>
                    </a:ext>
                  </a:extLst>
                </p:cNvPr>
                <p:cNvGrpSpPr/>
                <p:nvPr/>
              </p:nvGrpSpPr>
              <p:grpSpPr>
                <a:xfrm>
                  <a:off x="7519175" y="2397403"/>
                  <a:ext cx="3781521" cy="3040272"/>
                  <a:chOff x="7590727" y="2319138"/>
                  <a:chExt cx="3781521" cy="3001676"/>
                </a:xfrm>
              </p:grpSpPr>
              <p:sp>
                <p:nvSpPr>
                  <p:cNvPr id="43" name="TextBox 42">
                    <a:extLst>
                      <a:ext uri="{FF2B5EF4-FFF2-40B4-BE49-F238E27FC236}">
                        <a16:creationId xmlns:a16="http://schemas.microsoft.com/office/drawing/2014/main" id="{64737C45-142C-B574-E1D6-66AF0094533C}"/>
                      </a:ext>
                    </a:extLst>
                  </p:cNvPr>
                  <p:cNvSpPr txBox="1"/>
                  <p:nvPr/>
                </p:nvSpPr>
                <p:spPr>
                  <a:xfrm>
                    <a:off x="8616539" y="4818345"/>
                    <a:ext cx="2352910" cy="502469"/>
                  </a:xfrm>
                  <a:prstGeom prst="rect">
                    <a:avLst/>
                  </a:prstGeom>
                  <a:noFill/>
                </p:spPr>
                <p:txBody>
                  <a:bodyPr wrap="square" lIns="0" rIns="0" rtlCol="0" anchor="ctr">
                    <a:no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rial" panose="020B0604020202020204"/>
                        <a:ea typeface="+mn-ea"/>
                        <a:cs typeface="+mn-cs"/>
                      </a:rPr>
                      <a:t>Insights from data developed by advanced algorithms</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4" name="TextBox 43">
                    <a:extLst>
                      <a:ext uri="{FF2B5EF4-FFF2-40B4-BE49-F238E27FC236}">
                        <a16:creationId xmlns:a16="http://schemas.microsoft.com/office/drawing/2014/main" id="{6AA0E408-2790-9CF6-019B-FCD907239086}"/>
                      </a:ext>
                    </a:extLst>
                  </p:cNvPr>
                  <p:cNvSpPr txBox="1"/>
                  <p:nvPr/>
                </p:nvSpPr>
                <p:spPr>
                  <a:xfrm>
                    <a:off x="8616539" y="2623424"/>
                    <a:ext cx="2470130" cy="469876"/>
                  </a:xfrm>
                  <a:prstGeom prst="rect">
                    <a:avLst/>
                  </a:prstGeom>
                  <a:noFill/>
                </p:spPr>
                <p:txBody>
                  <a:bodyPr wrap="square" lIns="0" rIns="0" rtlCol="0" anchor="ctr">
                    <a:no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rial" panose="020B0604020202020204"/>
                        <a:ea typeface="+mn-ea"/>
                        <a:cs typeface="+mn-cs"/>
                      </a:rPr>
                      <a:t>Centralization and up-integration of features and functions </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TextBox 44">
                    <a:extLst>
                      <a:ext uri="{FF2B5EF4-FFF2-40B4-BE49-F238E27FC236}">
                        <a16:creationId xmlns:a16="http://schemas.microsoft.com/office/drawing/2014/main" id="{B2C54C36-7C0F-418D-BE7C-20960F50972F}"/>
                      </a:ext>
                    </a:extLst>
                  </p:cNvPr>
                  <p:cNvSpPr txBox="1"/>
                  <p:nvPr/>
                </p:nvSpPr>
                <p:spPr>
                  <a:xfrm>
                    <a:off x="8580975" y="3767806"/>
                    <a:ext cx="2791273" cy="421771"/>
                  </a:xfrm>
                  <a:prstGeom prst="rect">
                    <a:avLst/>
                  </a:prstGeom>
                  <a:noFill/>
                </p:spPr>
                <p:txBody>
                  <a:bodyPr wrap="square" lIns="0" rIns="0" rtlCol="0" anchor="ctr">
                    <a:no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rial" panose="020B0604020202020204"/>
                        <a:ea typeface="+mn-ea"/>
                        <a:cs typeface="+mn-cs"/>
                      </a:rPr>
                      <a:t>Virtual computing environment fully abstracted from underlying hardware </a:t>
                    </a:r>
                    <a:endParaRPr kumimoji="0" lang="en-US"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6" name="TextBox 45">
                    <a:extLst>
                      <a:ext uri="{FF2B5EF4-FFF2-40B4-BE49-F238E27FC236}">
                        <a16:creationId xmlns:a16="http://schemas.microsoft.com/office/drawing/2014/main" id="{F0A4EEAE-8FE6-B9F4-0127-0B25A8BA1EDB}"/>
                      </a:ext>
                    </a:extLst>
                  </p:cNvPr>
                  <p:cNvSpPr txBox="1"/>
                  <p:nvPr/>
                </p:nvSpPr>
                <p:spPr>
                  <a:xfrm>
                    <a:off x="8537905" y="2368771"/>
                    <a:ext cx="1934152" cy="276999"/>
                  </a:xfrm>
                  <a:prstGeom prst="rect">
                    <a:avLst/>
                  </a:prstGeom>
                  <a:noFill/>
                </p:spPr>
                <p:txBody>
                  <a:bodyPr wrap="square" rtlCol="0">
                    <a:spAutoFit/>
                  </a:bodyPr>
                  <a:lstStyle/>
                  <a:p>
                    <a:pPr marL="0" marR="0" lvl="0" indent="0" algn="l" defTabSz="45706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74018"/>
                        </a:solidFill>
                        <a:effectLst/>
                        <a:uLnTx/>
                        <a:uFillTx/>
                        <a:latin typeface="Arial" panose="020B0604020202020204"/>
                        <a:ea typeface="+mn-ea"/>
                        <a:cs typeface="+mn-cs"/>
                      </a:rPr>
                      <a:t>UP-INTEGRATION</a:t>
                    </a:r>
                  </a:p>
                </p:txBody>
              </p:sp>
              <p:sp>
                <p:nvSpPr>
                  <p:cNvPr id="47" name="TextBox 46">
                    <a:extLst>
                      <a:ext uri="{FF2B5EF4-FFF2-40B4-BE49-F238E27FC236}">
                        <a16:creationId xmlns:a16="http://schemas.microsoft.com/office/drawing/2014/main" id="{EC9F1150-AE2F-2BE5-A92C-41A7C666979E}"/>
                      </a:ext>
                    </a:extLst>
                  </p:cNvPr>
                  <p:cNvSpPr txBox="1"/>
                  <p:nvPr/>
                </p:nvSpPr>
                <p:spPr>
                  <a:xfrm>
                    <a:off x="8471355" y="3489826"/>
                    <a:ext cx="1934152" cy="276999"/>
                  </a:xfrm>
                  <a:prstGeom prst="rect">
                    <a:avLst/>
                  </a:prstGeom>
                  <a:noFill/>
                </p:spPr>
                <p:txBody>
                  <a:bodyPr wrap="square" rtlCol="0">
                    <a:spAutoFit/>
                  </a:bodyPr>
                  <a:lstStyle/>
                  <a:p>
                    <a:pPr marL="0" marR="0" lvl="0" indent="0" algn="l" defTabSz="45706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74018"/>
                        </a:solidFill>
                        <a:effectLst/>
                        <a:uLnTx/>
                        <a:uFillTx/>
                        <a:latin typeface="Arial" panose="020B0604020202020204"/>
                        <a:ea typeface="+mn-ea"/>
                        <a:cs typeface="+mn-cs"/>
                      </a:rPr>
                      <a:t>VIRTUALIZATION</a:t>
                    </a:r>
                  </a:p>
                </p:txBody>
              </p:sp>
              <p:sp>
                <p:nvSpPr>
                  <p:cNvPr id="48" name="TextBox 47">
                    <a:extLst>
                      <a:ext uri="{FF2B5EF4-FFF2-40B4-BE49-F238E27FC236}">
                        <a16:creationId xmlns:a16="http://schemas.microsoft.com/office/drawing/2014/main" id="{924651B1-CB33-091D-7558-53A5F0E202B5}"/>
                      </a:ext>
                    </a:extLst>
                  </p:cNvPr>
                  <p:cNvSpPr txBox="1"/>
                  <p:nvPr/>
                </p:nvSpPr>
                <p:spPr>
                  <a:xfrm>
                    <a:off x="8502657" y="4570871"/>
                    <a:ext cx="2584012" cy="273483"/>
                  </a:xfrm>
                  <a:prstGeom prst="rect">
                    <a:avLst/>
                  </a:prstGeom>
                  <a:noFill/>
                </p:spPr>
                <p:txBody>
                  <a:bodyPr wrap="square" rtlCol="0">
                    <a:spAutoFit/>
                  </a:bodyPr>
                  <a:lstStyle/>
                  <a:p>
                    <a:pPr marL="0" marR="0" lvl="0" indent="0" algn="l" defTabSz="457063"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74018"/>
                        </a:solidFill>
                        <a:effectLst/>
                        <a:uLnTx/>
                        <a:uFillTx/>
                        <a:latin typeface="Arial" panose="020B0604020202020204"/>
                        <a:ea typeface="+mn-ea"/>
                        <a:cs typeface="+mn-cs"/>
                      </a:rPr>
                      <a:t>ARTIFICIAL INTELLIGENCE</a:t>
                    </a:r>
                  </a:p>
                </p:txBody>
              </p:sp>
              <p:pic>
                <p:nvPicPr>
                  <p:cNvPr id="49" name="Picture 39">
                    <a:extLst>
                      <a:ext uri="{FF2B5EF4-FFF2-40B4-BE49-F238E27FC236}">
                        <a16:creationId xmlns:a16="http://schemas.microsoft.com/office/drawing/2014/main" id="{B921F703-3836-B7E2-3591-8DF47A0426A3}"/>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7590727" y="2319138"/>
                    <a:ext cx="780650" cy="780650"/>
                  </a:xfrm>
                  <a:prstGeom prst="rect">
                    <a:avLst/>
                  </a:prstGeom>
                </p:spPr>
              </p:pic>
              <p:pic>
                <p:nvPicPr>
                  <p:cNvPr id="50" name="Picture 25">
                    <a:extLst>
                      <a:ext uri="{FF2B5EF4-FFF2-40B4-BE49-F238E27FC236}">
                        <a16:creationId xmlns:a16="http://schemas.microsoft.com/office/drawing/2014/main" id="{73383C9C-F3F9-5A4D-4443-F984FEDA4164}"/>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631193" y="3466323"/>
                    <a:ext cx="691031" cy="691031"/>
                  </a:xfrm>
                  <a:prstGeom prst="rect">
                    <a:avLst/>
                  </a:prstGeom>
                </p:spPr>
              </p:pic>
            </p:grpSp>
          </p:grpSp>
          <p:sp>
            <p:nvSpPr>
              <p:cNvPr id="40" name="TextBox 39">
                <a:extLst>
                  <a:ext uri="{FF2B5EF4-FFF2-40B4-BE49-F238E27FC236}">
                    <a16:creationId xmlns:a16="http://schemas.microsoft.com/office/drawing/2014/main" id="{04E0EE29-BE1F-EAAE-21FF-9E545373D08B}"/>
                  </a:ext>
                </a:extLst>
              </p:cNvPr>
              <p:cNvSpPr txBox="1"/>
              <p:nvPr/>
            </p:nvSpPr>
            <p:spPr>
              <a:xfrm>
                <a:off x="7079716" y="1823398"/>
                <a:ext cx="4450493" cy="275653"/>
              </a:xfrm>
              <a:prstGeom prst="rect">
                <a:avLst/>
              </a:prstGeom>
              <a:noFill/>
            </p:spPr>
            <p:txBody>
              <a:bodyPr wrap="square" lIns="0" tIns="45708" rIns="91416" bIns="45708" rtlCol="0" anchor="t">
                <a:spAutoFit/>
              </a:bodyPr>
              <a:lstStyle/>
              <a:p>
                <a:pPr marL="0" marR="0" lvl="0" indent="0" algn="ctr" defTabSz="914126" rtl="0" eaLnBrk="1" fontAlgn="auto" latinLnBrk="0" hangingPunct="1">
                  <a:lnSpc>
                    <a:spcPct val="107000"/>
                  </a:lnSpc>
                  <a:spcBef>
                    <a:spcPts val="0"/>
                  </a:spcBef>
                  <a:spcAft>
                    <a:spcPts val="80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panose="020B0604020202020204"/>
                    <a:ea typeface="+mn-ea"/>
                    <a:cs typeface="+mn-cs"/>
                  </a:rPr>
                  <a:t>TRANSFORMATIONAL VALUE DRIVERS</a:t>
                </a:r>
              </a:p>
            </p:txBody>
          </p:sp>
        </p:grpSp>
        <p:pic>
          <p:nvPicPr>
            <p:cNvPr id="38" name="Picture 37" descr="A logo with a head and lines&#10;&#10;Description automatically generated">
              <a:extLst>
                <a:ext uri="{FF2B5EF4-FFF2-40B4-BE49-F238E27FC236}">
                  <a16:creationId xmlns:a16="http://schemas.microsoft.com/office/drawing/2014/main" id="{6A793505-B4FC-4D09-C7A8-E970487639EB}"/>
                </a:ext>
              </a:extLst>
            </p:cNvPr>
            <p:cNvPicPr>
              <a:picLocks noChangeAspect="1"/>
            </p:cNvPicPr>
            <p:nvPr/>
          </p:nvPicPr>
          <p:blipFill>
            <a:blip r:embed="rId12"/>
            <a:stretch>
              <a:fillRect/>
            </a:stretch>
          </p:blipFill>
          <p:spPr>
            <a:xfrm>
              <a:off x="7614735" y="4592614"/>
              <a:ext cx="686489" cy="790688"/>
            </a:xfrm>
            <a:prstGeom prst="rect">
              <a:avLst/>
            </a:prstGeom>
          </p:spPr>
        </p:pic>
      </p:grpSp>
      <p:sp>
        <p:nvSpPr>
          <p:cNvPr id="51" name="Rectangle: Rounded Corners 50">
            <a:extLst>
              <a:ext uri="{FF2B5EF4-FFF2-40B4-BE49-F238E27FC236}">
                <a16:creationId xmlns:a16="http://schemas.microsoft.com/office/drawing/2014/main" id="{91D26934-0906-E31D-72F6-B34C12066D2D}"/>
              </a:ext>
            </a:extLst>
          </p:cNvPr>
          <p:cNvSpPr/>
          <p:nvPr/>
        </p:nvSpPr>
        <p:spPr>
          <a:xfrm>
            <a:off x="1153385" y="3164909"/>
            <a:ext cx="6070936" cy="2548226"/>
          </a:xfrm>
          <a:prstGeom prst="roundRect">
            <a:avLst>
              <a:gd name="adj" fmla="val 2241"/>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2" name="TextBox 76">
            <a:extLst>
              <a:ext uri="{FF2B5EF4-FFF2-40B4-BE49-F238E27FC236}">
                <a16:creationId xmlns:a16="http://schemas.microsoft.com/office/drawing/2014/main" id="{32089804-6A23-444E-A853-A4AB53ADC0E0}"/>
              </a:ext>
            </a:extLst>
          </p:cNvPr>
          <p:cNvSpPr txBox="1"/>
          <p:nvPr/>
        </p:nvSpPr>
        <p:spPr>
          <a:xfrm>
            <a:off x="508368" y="880161"/>
            <a:ext cx="10966390" cy="342377"/>
          </a:xfrm>
          <a:prstGeom prst="rect">
            <a:avLst/>
          </a:prstGeom>
          <a:noFill/>
        </p:spPr>
        <p:txBody>
          <a:bodyPr wrap="square" lIns="0" tIns="45708" rIns="91416" bIns="45708"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7000"/>
              </a:lnSpc>
              <a:spcBef>
                <a:spcPts val="0"/>
              </a:spcBef>
              <a:spcAft>
                <a:spcPts val="800"/>
              </a:spcAft>
              <a:buClrTx/>
              <a:buSzTx/>
              <a:buFontTx/>
              <a:buNone/>
              <a:tabLst/>
              <a:defRPr/>
            </a:pPr>
            <a:r>
              <a:rPr kumimoji="0" lang="en-GB" sz="1600" b="0" i="0" u="none" strike="noStrike" kern="1200" cap="none" spc="0" normalizeH="0" baseline="0" noProof="0">
                <a:ln>
                  <a:noFill/>
                </a:ln>
                <a:solidFill>
                  <a:srgbClr val="FFFFFF"/>
                </a:solidFill>
                <a:effectLst/>
                <a:uLnTx/>
                <a:uFillTx/>
                <a:latin typeface="Arial" panose="020B0604020202020204"/>
                <a:ea typeface="+mn-ea"/>
                <a:cs typeface="+mn-cs"/>
              </a:rPr>
              <a:t>TRANSITIONING TO SOFTWARE-DEFINED WHILE MAINTAINING SAFETY, SECURITY AND RELIABILITY</a:t>
            </a:r>
          </a:p>
        </p:txBody>
      </p:sp>
      <p:sp>
        <p:nvSpPr>
          <p:cNvPr id="54" name="Text Placeholder 5">
            <a:extLst>
              <a:ext uri="{FF2B5EF4-FFF2-40B4-BE49-F238E27FC236}">
                <a16:creationId xmlns:a16="http://schemas.microsoft.com/office/drawing/2014/main" id="{E4A98776-4BBF-7BFB-1168-DC803A44F597}"/>
              </a:ext>
            </a:extLst>
          </p:cNvPr>
          <p:cNvSpPr txBox="1">
            <a:spLocks/>
          </p:cNvSpPr>
          <p:nvPr/>
        </p:nvSpPr>
        <p:spPr>
          <a:xfrm rot="16200000">
            <a:off x="-771248" y="1010864"/>
            <a:ext cx="2241201" cy="221261"/>
          </a:xfrm>
          <a:prstGeom prst="rect">
            <a:avLst/>
          </a:prstGeom>
        </p:spPr>
        <p:txBody>
          <a:bodyPr/>
          <a:lstStyle>
            <a:lvl1pPr marL="228531" indent="-228531" algn="l" defTabSz="914126" rtl="0" eaLnBrk="1" latinLnBrk="0" hangingPunct="1">
              <a:lnSpc>
                <a:spcPct val="90000"/>
              </a:lnSpc>
              <a:spcBef>
                <a:spcPts val="1000"/>
              </a:spcBef>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1pPr>
            <a:lvl2pPr marL="685594" indent="-228531" algn="l" defTabSz="914126" rtl="0" eaLnBrk="1" latinLnBrk="0" hangingPunct="1">
              <a:lnSpc>
                <a:spcPct val="90000"/>
              </a:lnSpc>
              <a:spcBef>
                <a:spcPts val="500"/>
              </a:spcBef>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2pPr>
            <a:lvl3pPr marL="1142657" indent="-228531" algn="l" defTabSz="914126" rtl="0" eaLnBrk="1" latinLnBrk="0" hangingPunct="1">
              <a:lnSpc>
                <a:spcPct val="90000"/>
              </a:lnSpc>
              <a:spcBef>
                <a:spcPts val="500"/>
              </a:spcBef>
              <a:buFont typeface="Arial" panose="020B0604020202020204" pitchFamily="34" charset="0"/>
              <a:buChar char="•"/>
              <a:defRPr sz="1200" kern="1200">
                <a:solidFill>
                  <a:schemeClr val="bg1"/>
                </a:solidFill>
                <a:latin typeface="Arial" panose="020B0604020202020204" pitchFamily="34" charset="0"/>
                <a:ea typeface="+mn-ea"/>
                <a:cs typeface="Arial" panose="020B0604020202020204" pitchFamily="34" charset="0"/>
              </a:defRPr>
            </a:lvl3pPr>
            <a:lvl4pPr marL="1599720" indent="-228531" algn="l" defTabSz="914126" rtl="0" eaLnBrk="1" latinLnBrk="0" hangingPunct="1">
              <a:lnSpc>
                <a:spcPct val="90000"/>
              </a:lnSpc>
              <a:spcBef>
                <a:spcPts val="500"/>
              </a:spcBef>
              <a:buFont typeface="Arial" panose="020B0604020202020204" pitchFamily="34" charset="0"/>
              <a:buChar char="•"/>
              <a:defRPr sz="1100" kern="1200">
                <a:solidFill>
                  <a:schemeClr val="bg1"/>
                </a:solidFill>
                <a:latin typeface="Arial" panose="020B0604020202020204" pitchFamily="34" charset="0"/>
                <a:ea typeface="+mn-ea"/>
                <a:cs typeface="Arial" panose="020B0604020202020204" pitchFamily="34" charset="0"/>
              </a:defRPr>
            </a:lvl4pPr>
            <a:lvl5pPr marL="2056783" indent="-228531" algn="l" defTabSz="914126" rtl="0" eaLnBrk="1" latinLnBrk="0" hangingPunct="1">
              <a:lnSpc>
                <a:spcPct val="90000"/>
              </a:lnSpc>
              <a:spcBef>
                <a:spcPts val="500"/>
              </a:spcBef>
              <a:buFont typeface="Arial" panose="020B0604020202020204" pitchFamily="34" charset="0"/>
              <a:buChar char="•"/>
              <a:defRPr sz="1100" kern="1200">
                <a:solidFill>
                  <a:schemeClr val="bg1"/>
                </a:solidFill>
                <a:latin typeface="Arial" panose="020B0604020202020204" pitchFamily="34" charset="0"/>
                <a:ea typeface="+mn-ea"/>
                <a:cs typeface="Arial" panose="020B0604020202020204" pitchFamily="34"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GB" sz="900">
                <a:solidFill>
                  <a:schemeClr val="bg2"/>
                </a:solidFill>
              </a:rPr>
              <a:t>TECHNOLOGY OFFICE</a:t>
            </a:r>
          </a:p>
        </p:txBody>
      </p:sp>
      <p:pic>
        <p:nvPicPr>
          <p:cNvPr id="53" name="Picture 52" descr="Robot arm Generic Outline Color icon | Freepik">
            <a:extLst>
              <a:ext uri="{FF2B5EF4-FFF2-40B4-BE49-F238E27FC236}">
                <a16:creationId xmlns:a16="http://schemas.microsoft.com/office/drawing/2014/main" id="{61467ED7-C8D0-AD0C-61E1-3A25270DA275}"/>
              </a:ext>
            </a:extLst>
          </p:cNvPr>
          <p:cNvPicPr>
            <a:picLocks noChangeAspect="1"/>
          </p:cNvPicPr>
          <p:nvPr/>
        </p:nvPicPr>
        <p:blipFill>
          <a:blip r:embed="rId13"/>
          <a:stretch>
            <a:fillRect/>
          </a:stretch>
        </p:blipFill>
        <p:spPr>
          <a:xfrm>
            <a:off x="3790682" y="5108002"/>
            <a:ext cx="238047" cy="238478"/>
          </a:xfrm>
          <a:prstGeom prst="rect">
            <a:avLst/>
          </a:prstGeom>
        </p:spPr>
      </p:pic>
    </p:spTree>
    <p:extLst>
      <p:ext uri="{BB962C8B-B14F-4D97-AF65-F5344CB8AC3E}">
        <p14:creationId xmlns:p14="http://schemas.microsoft.com/office/powerpoint/2010/main" val="39017736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47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646F660-9452-5125-1B50-5EA15E2EEC39}"/>
              </a:ext>
            </a:extLst>
          </p:cNvPr>
          <p:cNvGraphicFramePr>
            <a:graphicFrameLocks noChangeAspect="1"/>
          </p:cNvGraphicFramePr>
          <p:nvPr>
            <p:custDataLst>
              <p:tags r:id="rId1"/>
            </p:custDataLst>
          </p:nvPr>
        </p:nvGraphicFramePr>
        <p:xfrm>
          <a:off x="1587" y="2480"/>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E646F660-9452-5125-1B50-5EA15E2EEC39}"/>
                          </a:ext>
                        </a:extLst>
                      </p:cNvPr>
                      <p:cNvPicPr/>
                      <p:nvPr/>
                    </p:nvPicPr>
                    <p:blipFill>
                      <a:blip r:embed="rId4"/>
                      <a:stretch>
                        <a:fillRect/>
                      </a:stretch>
                    </p:blipFill>
                    <p:spPr>
                      <a:xfrm>
                        <a:off x="1587" y="2480"/>
                        <a:ext cx="1227" cy="1588"/>
                      </a:xfrm>
                      <a:prstGeom prst="rect">
                        <a:avLst/>
                      </a:prstGeom>
                    </p:spPr>
                  </p:pic>
                </p:oleObj>
              </mc:Fallback>
            </mc:AlternateContent>
          </a:graphicData>
        </a:graphic>
      </p:graphicFrame>
      <p:sp>
        <p:nvSpPr>
          <p:cNvPr id="111" name="TextBox 110">
            <a:extLst>
              <a:ext uri="{FF2B5EF4-FFF2-40B4-BE49-F238E27FC236}">
                <a16:creationId xmlns:a16="http://schemas.microsoft.com/office/drawing/2014/main" id="{3824E102-5AC1-2FB9-2E91-EE3DDB39755A}"/>
              </a:ext>
            </a:extLst>
          </p:cNvPr>
          <p:cNvSpPr txBox="1"/>
          <p:nvPr/>
        </p:nvSpPr>
        <p:spPr>
          <a:xfrm>
            <a:off x="8474994" y="6046582"/>
            <a:ext cx="3412519" cy="430775"/>
          </a:xfrm>
          <a:prstGeom prst="rect">
            <a:avLst/>
          </a:prstGeom>
          <a:noFill/>
          <a:ln>
            <a:noFill/>
          </a:ln>
          <a:effectLst/>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100" b="0" i="1" u="none" strike="noStrike" kern="0" cap="none" spc="0" normalizeH="0" baseline="0" noProof="0">
                <a:ln>
                  <a:noFill/>
                </a:ln>
                <a:solidFill>
                  <a:srgbClr val="05ADA4">
                    <a:lumMod val="60000"/>
                    <a:lumOff val="40000"/>
                  </a:srgbClr>
                </a:solidFill>
                <a:effectLst/>
                <a:uLnTx/>
                <a:uFillTx/>
                <a:latin typeface="Arial" panose="020B0604020202020204"/>
                <a:ea typeface="游ゴシック"/>
                <a:cs typeface="+mn-cs"/>
              </a:rPr>
              <a:t>Continuous development, deployment and operations of all vehicle software systems</a:t>
            </a:r>
            <a:endParaRPr kumimoji="0" lang="en-US" sz="1100" b="0" i="0" u="none" strike="noStrike" kern="0" cap="none" spc="0" normalizeH="0" baseline="0" noProof="0">
              <a:ln>
                <a:noFill/>
              </a:ln>
              <a:solidFill>
                <a:srgbClr val="05ADA4">
                  <a:lumMod val="60000"/>
                  <a:lumOff val="40000"/>
                </a:srgbClr>
              </a:solidFill>
              <a:effectLst/>
              <a:uLnTx/>
              <a:uFillTx/>
              <a:latin typeface="Arial" panose="020B0604020202020204"/>
              <a:ea typeface="游ゴシック"/>
              <a:cs typeface="+mn-cs"/>
            </a:endParaRPr>
          </a:p>
        </p:txBody>
      </p:sp>
      <p:sp>
        <p:nvSpPr>
          <p:cNvPr id="119" name="Text Placeholder 14">
            <a:extLst>
              <a:ext uri="{FF2B5EF4-FFF2-40B4-BE49-F238E27FC236}">
                <a16:creationId xmlns:a16="http://schemas.microsoft.com/office/drawing/2014/main" id="{0934F8DD-8027-CBE3-F2E7-16BE42C8E301}"/>
              </a:ext>
            </a:extLst>
          </p:cNvPr>
          <p:cNvSpPr txBox="1">
            <a:spLocks/>
          </p:cNvSpPr>
          <p:nvPr/>
        </p:nvSpPr>
        <p:spPr>
          <a:xfrm>
            <a:off x="350513" y="297689"/>
            <a:ext cx="11227542" cy="603926"/>
          </a:xfrm>
          <a:prstGeom prst="rect">
            <a:avLst/>
          </a:prstGeom>
        </p:spPr>
        <p:txBody>
          <a:bodyPr lIns="0" tIns="107972" rIns="0" bIns="0" anchor="b" anchorCtr="0">
            <a:noAutofit/>
          </a:bodyPr>
          <a:lstStyle>
            <a:lvl1pPr marL="0" marR="0" indent="0" algn="l" defTabSz="914126" rtl="0" eaLnBrk="1" fontAlgn="auto" latinLnBrk="0" hangingPunct="1">
              <a:lnSpc>
                <a:spcPct val="80000"/>
              </a:lnSpc>
              <a:spcBef>
                <a:spcPts val="0"/>
              </a:spcBef>
              <a:spcAft>
                <a:spcPts val="0"/>
              </a:spcAft>
              <a:buClrTx/>
              <a:buSzTx/>
              <a:buFont typeface="Arial" panose="020B0604020202020204" pitchFamily="34" charset="0"/>
              <a:buNone/>
              <a:tabLst/>
              <a:defRPr sz="3200" b="1" kern="1200" spc="-100" baseline="0">
                <a:solidFill>
                  <a:schemeClr val="bg1"/>
                </a:solidFill>
                <a:latin typeface="Arial" panose="020B0604020202020204" pitchFamily="34" charset="0"/>
                <a:ea typeface="+mn-ea"/>
                <a:cs typeface="Arial" panose="020B0604020202020204" pitchFamily="34" charset="0"/>
              </a:defRPr>
            </a:lvl1pPr>
            <a:lvl2pPr marL="457063" indent="0" algn="l" defTabSz="914126" rtl="0" eaLnBrk="1" latinLnBrk="0" hangingPunct="1">
              <a:lnSpc>
                <a:spcPct val="90000"/>
              </a:lnSpc>
              <a:spcBef>
                <a:spcPts val="500"/>
              </a:spcBef>
              <a:buFont typeface="Arial" panose="020B0604020202020204" pitchFamily="34" charset="0"/>
              <a:buNone/>
              <a:defRPr sz="3200" b="1" kern="1200" spc="-100" baseline="0">
                <a:solidFill>
                  <a:schemeClr val="bg1"/>
                </a:solidFill>
                <a:latin typeface="Arial" panose="020B0604020202020204" pitchFamily="34" charset="0"/>
                <a:ea typeface="+mn-ea"/>
                <a:cs typeface="Arial" panose="020B0604020202020204" pitchFamily="34" charset="0"/>
              </a:defRPr>
            </a:lvl2pPr>
            <a:lvl3pPr marL="914126" indent="0" algn="l" defTabSz="914126" rtl="0" eaLnBrk="1" latinLnBrk="0" hangingPunct="1">
              <a:lnSpc>
                <a:spcPct val="90000"/>
              </a:lnSpc>
              <a:spcBef>
                <a:spcPts val="500"/>
              </a:spcBef>
              <a:buFont typeface="Arial" panose="020B0604020202020204" pitchFamily="34" charset="0"/>
              <a:buNone/>
              <a:defRPr sz="3200" b="1" kern="1200" spc="-100" baseline="0">
                <a:solidFill>
                  <a:schemeClr val="bg1"/>
                </a:solidFill>
                <a:latin typeface="Arial" panose="020B0604020202020204" pitchFamily="34" charset="0"/>
                <a:ea typeface="+mn-ea"/>
                <a:cs typeface="Arial" panose="020B0604020202020204" pitchFamily="34" charset="0"/>
              </a:defRPr>
            </a:lvl3pPr>
            <a:lvl4pPr marL="1371189" indent="0" algn="l" defTabSz="914126" rtl="0" eaLnBrk="1" latinLnBrk="0" hangingPunct="1">
              <a:lnSpc>
                <a:spcPct val="90000"/>
              </a:lnSpc>
              <a:spcBef>
                <a:spcPts val="500"/>
              </a:spcBef>
              <a:buFont typeface="Arial" panose="020B0604020202020204" pitchFamily="34" charset="0"/>
              <a:buNone/>
              <a:defRPr sz="3200" b="1" kern="1200" spc="-100" baseline="0">
                <a:solidFill>
                  <a:schemeClr val="bg1"/>
                </a:solidFill>
                <a:latin typeface="Arial" panose="020B0604020202020204" pitchFamily="34" charset="0"/>
                <a:ea typeface="+mn-ea"/>
                <a:cs typeface="Arial" panose="020B0604020202020204" pitchFamily="34" charset="0"/>
              </a:defRPr>
            </a:lvl4pPr>
            <a:lvl5pPr marL="1828252" indent="0" algn="l" defTabSz="914126" rtl="0" eaLnBrk="1" latinLnBrk="0" hangingPunct="1">
              <a:lnSpc>
                <a:spcPct val="90000"/>
              </a:lnSpc>
              <a:spcBef>
                <a:spcPts val="500"/>
              </a:spcBef>
              <a:buFont typeface="Arial" panose="020B0604020202020204" pitchFamily="34" charset="0"/>
              <a:buNone/>
              <a:defRPr sz="3200" b="1" kern="1200" spc="-100" baseline="0">
                <a:solidFill>
                  <a:schemeClr val="bg1"/>
                </a:solidFill>
                <a:latin typeface="Arial" panose="020B0604020202020204" pitchFamily="34" charset="0"/>
                <a:ea typeface="+mn-ea"/>
                <a:cs typeface="Arial" panose="020B0604020202020204" pitchFamily="34"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l" defTabSz="913852" rtl="0" eaLnBrk="1" fontAlgn="auto" latinLnBrk="0" hangingPunct="1">
              <a:lnSpc>
                <a:spcPct val="80000"/>
              </a:lnSpc>
              <a:spcBef>
                <a:spcPts val="0"/>
              </a:spcBef>
              <a:spcAft>
                <a:spcPts val="0"/>
              </a:spcAft>
              <a:buClrTx/>
              <a:buSzTx/>
              <a:buFont typeface="Arial" panose="020B0604020202020204" pitchFamily="34" charset="0"/>
              <a:buNone/>
              <a:tabLst/>
              <a:defRPr/>
            </a:pPr>
            <a:r>
              <a:rPr kumimoji="0" lang="en-US" sz="3199" b="1" i="0" u="none" strike="noStrike" kern="1200" cap="none" spc="-100" normalizeH="0" baseline="0" noProof="0">
                <a:ln>
                  <a:noFill/>
                </a:ln>
                <a:solidFill>
                  <a:prstClr val="white"/>
                </a:solidFill>
                <a:effectLst/>
                <a:uLnTx/>
                <a:uFillTx/>
                <a:latin typeface="Arial" panose="020B0604020202020204" pitchFamily="34" charset="0"/>
                <a:ea typeface="游ゴシック"/>
                <a:cs typeface="Arial" panose="020B0604020202020204" pitchFamily="34" charset="0"/>
              </a:rPr>
              <a:t>THE CLOUDIFICATION OF EMBEDDED SYSTEMS</a:t>
            </a:r>
            <a:endParaRPr kumimoji="0" lang="en-GB" sz="3199" b="1" i="0" u="none" strike="noStrike" kern="1200" cap="none" spc="-100" normalizeH="0" baseline="0" noProof="0">
              <a:ln>
                <a:noFill/>
              </a:ln>
              <a:solidFill>
                <a:prstClr val="white"/>
              </a:solidFill>
              <a:effectLst/>
              <a:uLnTx/>
              <a:uFillTx/>
              <a:latin typeface="Arial" panose="020B0604020202020204" pitchFamily="34" charset="0"/>
              <a:ea typeface="游ゴシック"/>
              <a:cs typeface="Arial" panose="020B0604020202020204" pitchFamily="34" charset="0"/>
            </a:endParaRPr>
          </a:p>
        </p:txBody>
      </p:sp>
      <p:grpSp>
        <p:nvGrpSpPr>
          <p:cNvPr id="120" name="Group 119">
            <a:extLst>
              <a:ext uri="{FF2B5EF4-FFF2-40B4-BE49-F238E27FC236}">
                <a16:creationId xmlns:a16="http://schemas.microsoft.com/office/drawing/2014/main" id="{526153DF-A0F5-B160-FA12-3ED5E8F01F7F}"/>
              </a:ext>
            </a:extLst>
          </p:cNvPr>
          <p:cNvGrpSpPr/>
          <p:nvPr/>
        </p:nvGrpSpPr>
        <p:grpSpPr>
          <a:xfrm>
            <a:off x="809602" y="1662278"/>
            <a:ext cx="11248863" cy="4293243"/>
            <a:chOff x="809813" y="1661818"/>
            <a:chExt cx="11251793" cy="4294361"/>
          </a:xfrm>
        </p:grpSpPr>
        <p:sp>
          <p:nvSpPr>
            <p:cNvPr id="9" name="Rounded Rectangle 8">
              <a:extLst>
                <a:ext uri="{FF2B5EF4-FFF2-40B4-BE49-F238E27FC236}">
                  <a16:creationId xmlns:a16="http://schemas.microsoft.com/office/drawing/2014/main" id="{3B8D4C8A-2EC2-5422-C09A-34180CFEB546}"/>
                </a:ext>
              </a:extLst>
            </p:cNvPr>
            <p:cNvSpPr/>
            <p:nvPr/>
          </p:nvSpPr>
          <p:spPr>
            <a:xfrm>
              <a:off x="4796161" y="1762610"/>
              <a:ext cx="3420710" cy="1548058"/>
            </a:xfrm>
            <a:prstGeom prst="roundRect">
              <a:avLst>
                <a:gd name="adj" fmla="val 4016"/>
              </a:avLst>
            </a:prstGeom>
            <a:solidFill>
              <a:schemeClr val="bg2">
                <a:lumMod val="75000"/>
              </a:schemeClr>
            </a:solidFill>
            <a:ln w="12700" cap="flat" cmpd="sng" algn="ctr">
              <a:solidFill>
                <a:schemeClr val="accent3">
                  <a:lumMod val="75000"/>
                </a:schemeClr>
              </a:solidFill>
              <a:prstDash val="dash"/>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游ゴシック"/>
                <a:cs typeface="+mn-cs"/>
              </a:endParaRPr>
            </a:p>
          </p:txBody>
        </p:sp>
        <p:sp>
          <p:nvSpPr>
            <p:cNvPr id="10" name="Rounded Rectangle 9">
              <a:extLst>
                <a:ext uri="{FF2B5EF4-FFF2-40B4-BE49-F238E27FC236}">
                  <a16:creationId xmlns:a16="http://schemas.microsoft.com/office/drawing/2014/main" id="{2DEB6A41-0157-124F-FEEA-B939CDA3D528}"/>
                </a:ext>
              </a:extLst>
            </p:cNvPr>
            <p:cNvSpPr/>
            <p:nvPr/>
          </p:nvSpPr>
          <p:spPr>
            <a:xfrm>
              <a:off x="4909290" y="1865116"/>
              <a:ext cx="3420710" cy="1548058"/>
            </a:xfrm>
            <a:prstGeom prst="roundRect">
              <a:avLst>
                <a:gd name="adj" fmla="val 4016"/>
              </a:avLst>
            </a:prstGeom>
            <a:solidFill>
              <a:schemeClr val="bg2">
                <a:lumMod val="75000"/>
              </a:schemeClr>
            </a:solidFill>
            <a:ln w="12700" cap="flat" cmpd="sng" algn="ctr">
              <a:solidFill>
                <a:schemeClr val="accent3">
                  <a:lumMod val="75000"/>
                </a:schemeClr>
              </a:solidFill>
              <a:prstDash val="dash"/>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游ゴシック"/>
                <a:cs typeface="+mn-cs"/>
              </a:endParaRPr>
            </a:p>
          </p:txBody>
        </p:sp>
        <p:sp>
          <p:nvSpPr>
            <p:cNvPr id="11" name="Rounded Rectangle 10">
              <a:extLst>
                <a:ext uri="{FF2B5EF4-FFF2-40B4-BE49-F238E27FC236}">
                  <a16:creationId xmlns:a16="http://schemas.microsoft.com/office/drawing/2014/main" id="{8199193B-B789-8C21-8899-6A9C3FD1A144}"/>
                </a:ext>
              </a:extLst>
            </p:cNvPr>
            <p:cNvSpPr/>
            <p:nvPr/>
          </p:nvSpPr>
          <p:spPr>
            <a:xfrm>
              <a:off x="5022418" y="1964826"/>
              <a:ext cx="3420710" cy="1575833"/>
            </a:xfrm>
            <a:prstGeom prst="roundRect">
              <a:avLst>
                <a:gd name="adj" fmla="val 4016"/>
              </a:avLst>
            </a:prstGeom>
            <a:solidFill>
              <a:schemeClr val="bg2">
                <a:lumMod val="75000"/>
              </a:schemeClr>
            </a:solidFill>
            <a:ln w="12700" cap="flat" cmpd="sng" algn="ctr">
              <a:solidFill>
                <a:schemeClr val="accent3">
                  <a:lumMod val="75000"/>
                </a:schemeClr>
              </a:solidFill>
              <a:prstDash val="dash"/>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游ゴシック"/>
                <a:cs typeface="+mn-cs"/>
              </a:endParaRPr>
            </a:p>
          </p:txBody>
        </p:sp>
        <p:sp>
          <p:nvSpPr>
            <p:cNvPr id="12" name="Rounded Rectangle 11">
              <a:extLst>
                <a:ext uri="{FF2B5EF4-FFF2-40B4-BE49-F238E27FC236}">
                  <a16:creationId xmlns:a16="http://schemas.microsoft.com/office/drawing/2014/main" id="{E281EDF7-8060-56DF-398F-768C6D57F7BE}"/>
                </a:ext>
              </a:extLst>
            </p:cNvPr>
            <p:cNvSpPr/>
            <p:nvPr/>
          </p:nvSpPr>
          <p:spPr>
            <a:xfrm>
              <a:off x="5133787" y="2063693"/>
              <a:ext cx="3420710" cy="1575833"/>
            </a:xfrm>
            <a:prstGeom prst="roundRect">
              <a:avLst>
                <a:gd name="adj" fmla="val 4016"/>
              </a:avLst>
            </a:prstGeom>
            <a:solidFill>
              <a:schemeClr val="bg2">
                <a:lumMod val="75000"/>
              </a:schemeClr>
            </a:solidFill>
            <a:ln w="12700" cap="flat" cmpd="sng" algn="ctr">
              <a:solidFill>
                <a:schemeClr val="accent3">
                  <a:lumMod val="75000"/>
                </a:schemeClr>
              </a:solidFill>
              <a:prstDash val="dash"/>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游ゴシック"/>
                <a:cs typeface="+mn-cs"/>
              </a:endParaRPr>
            </a:p>
          </p:txBody>
        </p:sp>
        <p:sp>
          <p:nvSpPr>
            <p:cNvPr id="13" name="Rounded Rectangle 12">
              <a:extLst>
                <a:ext uri="{FF2B5EF4-FFF2-40B4-BE49-F238E27FC236}">
                  <a16:creationId xmlns:a16="http://schemas.microsoft.com/office/drawing/2014/main" id="{73B36259-2E43-D302-41FB-B34971C9241E}"/>
                </a:ext>
              </a:extLst>
            </p:cNvPr>
            <p:cNvSpPr/>
            <p:nvPr/>
          </p:nvSpPr>
          <p:spPr>
            <a:xfrm>
              <a:off x="8943034" y="2973864"/>
              <a:ext cx="2111997" cy="1445552"/>
            </a:xfrm>
            <a:prstGeom prst="roundRect">
              <a:avLst>
                <a:gd name="adj" fmla="val 4016"/>
              </a:avLst>
            </a:prstGeom>
            <a:solidFill>
              <a:schemeClr val="bg2">
                <a:lumMod val="75000"/>
              </a:schemeClr>
            </a:solidFill>
            <a:ln w="12700" cap="flat" cmpd="sng" algn="ctr">
              <a:solidFill>
                <a:schemeClr val="accent3">
                  <a:lumMod val="75000"/>
                </a:schemeClr>
              </a:solidFill>
              <a:prstDash val="dash"/>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游ゴシック"/>
                <a:cs typeface="+mn-cs"/>
              </a:endParaRPr>
            </a:p>
          </p:txBody>
        </p:sp>
        <p:sp>
          <p:nvSpPr>
            <p:cNvPr id="14" name="Rounded Rectangle 13">
              <a:extLst>
                <a:ext uri="{FF2B5EF4-FFF2-40B4-BE49-F238E27FC236}">
                  <a16:creationId xmlns:a16="http://schemas.microsoft.com/office/drawing/2014/main" id="{35FA06F5-F032-7D6C-F1DC-99DAD5BD9E7E}"/>
                </a:ext>
              </a:extLst>
            </p:cNvPr>
            <p:cNvSpPr/>
            <p:nvPr/>
          </p:nvSpPr>
          <p:spPr>
            <a:xfrm>
              <a:off x="5336193" y="3415617"/>
              <a:ext cx="3024245" cy="172104"/>
            </a:xfrm>
            <a:prstGeom prst="roundRect">
              <a:avLst>
                <a:gd name="adj" fmla="val 9551"/>
              </a:avLst>
            </a:prstGeom>
            <a:solidFill>
              <a:srgbClr val="FFFFFF">
                <a:lumMod val="85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C1C1C"/>
                  </a:solidFill>
                  <a:effectLst/>
                  <a:uLnTx/>
                  <a:uFillTx/>
                  <a:latin typeface="Arial"/>
                  <a:ea typeface="游ゴシック"/>
                  <a:cs typeface="+mn-cs"/>
                </a:rPr>
                <a:t>Up-Integrated Zonal Compute</a:t>
              </a:r>
            </a:p>
          </p:txBody>
        </p:sp>
        <p:sp>
          <p:nvSpPr>
            <p:cNvPr id="15" name="Rounded Rectangle 14">
              <a:extLst>
                <a:ext uri="{FF2B5EF4-FFF2-40B4-BE49-F238E27FC236}">
                  <a16:creationId xmlns:a16="http://schemas.microsoft.com/office/drawing/2014/main" id="{EDFD94A6-2D1C-6E60-18DF-699FCEC637BD}"/>
                </a:ext>
              </a:extLst>
            </p:cNvPr>
            <p:cNvSpPr/>
            <p:nvPr/>
          </p:nvSpPr>
          <p:spPr>
            <a:xfrm>
              <a:off x="9054403" y="3076370"/>
              <a:ext cx="2111997" cy="1445552"/>
            </a:xfrm>
            <a:prstGeom prst="roundRect">
              <a:avLst>
                <a:gd name="adj" fmla="val 4016"/>
              </a:avLst>
            </a:prstGeom>
            <a:solidFill>
              <a:schemeClr val="bg2">
                <a:lumMod val="75000"/>
              </a:schemeClr>
            </a:solidFill>
            <a:ln w="12700" cap="flat" cmpd="sng" algn="ctr">
              <a:solidFill>
                <a:schemeClr val="accent3">
                  <a:lumMod val="75000"/>
                </a:schemeClr>
              </a:solidFill>
              <a:prstDash val="dash"/>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游ゴシック"/>
                <a:cs typeface="+mn-cs"/>
              </a:endParaRPr>
            </a:p>
          </p:txBody>
        </p:sp>
        <p:sp>
          <p:nvSpPr>
            <p:cNvPr id="16" name="Rounded Rectangle 15">
              <a:extLst>
                <a:ext uri="{FF2B5EF4-FFF2-40B4-BE49-F238E27FC236}">
                  <a16:creationId xmlns:a16="http://schemas.microsoft.com/office/drawing/2014/main" id="{B4B24D17-B2B7-2D47-5CDF-F629596EA61E}"/>
                </a:ext>
              </a:extLst>
            </p:cNvPr>
            <p:cNvSpPr/>
            <p:nvPr/>
          </p:nvSpPr>
          <p:spPr>
            <a:xfrm>
              <a:off x="9167531" y="3172441"/>
              <a:ext cx="2111997" cy="1445552"/>
            </a:xfrm>
            <a:prstGeom prst="roundRect">
              <a:avLst>
                <a:gd name="adj" fmla="val 4016"/>
              </a:avLst>
            </a:prstGeom>
            <a:solidFill>
              <a:schemeClr val="bg2">
                <a:lumMod val="75000"/>
              </a:schemeClr>
            </a:solidFill>
            <a:ln w="12700" cap="flat" cmpd="sng" algn="ctr">
              <a:solidFill>
                <a:schemeClr val="accent3">
                  <a:lumMod val="75000"/>
                </a:schemeClr>
              </a:solidFill>
              <a:prstDash val="dash"/>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游ゴシック"/>
                <a:cs typeface="+mn-cs"/>
              </a:endParaRPr>
            </a:p>
          </p:txBody>
        </p:sp>
        <p:sp>
          <p:nvSpPr>
            <p:cNvPr id="17" name="Rounded Rectangle 16">
              <a:extLst>
                <a:ext uri="{FF2B5EF4-FFF2-40B4-BE49-F238E27FC236}">
                  <a16:creationId xmlns:a16="http://schemas.microsoft.com/office/drawing/2014/main" id="{293C55C3-85E6-7BCA-D919-B791DEE9C9DF}"/>
                </a:ext>
              </a:extLst>
            </p:cNvPr>
            <p:cNvSpPr/>
            <p:nvPr/>
          </p:nvSpPr>
          <p:spPr>
            <a:xfrm>
              <a:off x="9280660" y="3289659"/>
              <a:ext cx="2111997" cy="1445552"/>
            </a:xfrm>
            <a:prstGeom prst="roundRect">
              <a:avLst>
                <a:gd name="adj" fmla="val 4016"/>
              </a:avLst>
            </a:prstGeom>
            <a:solidFill>
              <a:schemeClr val="bg2">
                <a:lumMod val="75000"/>
              </a:schemeClr>
            </a:solidFill>
            <a:ln w="12700" cap="flat" cmpd="sng" algn="ctr">
              <a:solidFill>
                <a:schemeClr val="accent3">
                  <a:lumMod val="75000"/>
                </a:schemeClr>
              </a:solidFill>
              <a:prstDash val="dash"/>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游ゴシック"/>
                <a:cs typeface="+mn-cs"/>
              </a:endParaRPr>
            </a:p>
          </p:txBody>
        </p:sp>
        <p:sp>
          <p:nvSpPr>
            <p:cNvPr id="18" name="Rounded Rectangle 17">
              <a:extLst>
                <a:ext uri="{FF2B5EF4-FFF2-40B4-BE49-F238E27FC236}">
                  <a16:creationId xmlns:a16="http://schemas.microsoft.com/office/drawing/2014/main" id="{FFE263C1-A451-A1F2-04B8-FC618E4BA18B}"/>
                </a:ext>
              </a:extLst>
            </p:cNvPr>
            <p:cNvSpPr/>
            <p:nvPr/>
          </p:nvSpPr>
          <p:spPr>
            <a:xfrm>
              <a:off x="9459358" y="4481126"/>
              <a:ext cx="1797874" cy="172104"/>
            </a:xfrm>
            <a:prstGeom prst="roundRect">
              <a:avLst>
                <a:gd name="adj" fmla="val 11395"/>
              </a:avLst>
            </a:prstGeom>
            <a:solidFill>
              <a:srgbClr val="FFFFFF">
                <a:lumMod val="85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C1C1C"/>
                  </a:solidFill>
                  <a:effectLst/>
                  <a:uLnTx/>
                  <a:uFillTx/>
                  <a:latin typeface="Arial"/>
                  <a:ea typeface="游ゴシック"/>
                  <a:cs typeface="+mn-cs"/>
                </a:rPr>
                <a:t>Embedded Sensor / Control</a:t>
              </a:r>
            </a:p>
          </p:txBody>
        </p:sp>
        <p:sp>
          <p:nvSpPr>
            <p:cNvPr id="19" name="Rounded Rectangle 18">
              <a:extLst>
                <a:ext uri="{FF2B5EF4-FFF2-40B4-BE49-F238E27FC236}">
                  <a16:creationId xmlns:a16="http://schemas.microsoft.com/office/drawing/2014/main" id="{06491C21-6152-7D47-870E-6A86DE6D2668}"/>
                </a:ext>
              </a:extLst>
            </p:cNvPr>
            <p:cNvSpPr/>
            <p:nvPr/>
          </p:nvSpPr>
          <p:spPr>
            <a:xfrm>
              <a:off x="9459358" y="4255135"/>
              <a:ext cx="1797874" cy="172104"/>
            </a:xfrm>
            <a:prstGeom prst="roundRect">
              <a:avLst>
                <a:gd name="adj" fmla="val 11395"/>
              </a:avLst>
            </a:prstGeom>
            <a:solidFill>
              <a:srgbClr val="00ADA4">
                <a:lumMod val="20000"/>
                <a:lumOff val="80000"/>
                <a:alpha val="39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C1C1C"/>
                  </a:solidFill>
                  <a:effectLst/>
                  <a:uLnTx/>
                  <a:uFillTx/>
                  <a:latin typeface="Arial"/>
                  <a:ea typeface="游ゴシック"/>
                  <a:cs typeface="+mn-cs"/>
                </a:rPr>
                <a:t>Embedded OS - VxWorks</a:t>
              </a:r>
            </a:p>
          </p:txBody>
        </p:sp>
        <p:sp>
          <p:nvSpPr>
            <p:cNvPr id="20" name="Rounded Rectangle 19">
              <a:extLst>
                <a:ext uri="{FF2B5EF4-FFF2-40B4-BE49-F238E27FC236}">
                  <a16:creationId xmlns:a16="http://schemas.microsoft.com/office/drawing/2014/main" id="{19A37B8A-5897-6C24-77C6-E5ED1BEE06F7}"/>
                </a:ext>
              </a:extLst>
            </p:cNvPr>
            <p:cNvSpPr/>
            <p:nvPr/>
          </p:nvSpPr>
          <p:spPr>
            <a:xfrm rot="16200000">
              <a:off x="9141112" y="3706176"/>
              <a:ext cx="808595" cy="172104"/>
            </a:xfrm>
            <a:prstGeom prst="roundRect">
              <a:avLst>
                <a:gd name="adj" fmla="val 15085"/>
              </a:avLst>
            </a:prstGeom>
            <a:solidFill>
              <a:srgbClr val="00ADA4">
                <a:lumMod val="20000"/>
                <a:lumOff val="80000"/>
                <a:alpha val="39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  VxKubelet</a:t>
              </a:r>
            </a:p>
          </p:txBody>
        </p:sp>
        <p:sp>
          <p:nvSpPr>
            <p:cNvPr id="21" name="Rounded Rectangle 20">
              <a:extLst>
                <a:ext uri="{FF2B5EF4-FFF2-40B4-BE49-F238E27FC236}">
                  <a16:creationId xmlns:a16="http://schemas.microsoft.com/office/drawing/2014/main" id="{23F1E2A5-801A-6D02-96BF-7D1F47106F7A}"/>
                </a:ext>
              </a:extLst>
            </p:cNvPr>
            <p:cNvSpPr/>
            <p:nvPr/>
          </p:nvSpPr>
          <p:spPr>
            <a:xfrm rot="16200000">
              <a:off x="9485236" y="3572138"/>
              <a:ext cx="808594" cy="434745"/>
            </a:xfrm>
            <a:prstGeom prst="roundRect">
              <a:avLst>
                <a:gd name="adj" fmla="val 6312"/>
              </a:avLst>
            </a:prstGeom>
            <a:solidFill>
              <a:schemeClr val="accent1">
                <a:lumMod val="85000"/>
              </a:scheme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C1C1C"/>
                </a:solidFill>
                <a:effectLst/>
                <a:uLnTx/>
                <a:uFillTx/>
                <a:latin typeface="Arial"/>
                <a:ea typeface="游ゴシック"/>
                <a:cs typeface="+mn-cs"/>
              </a:endParaRPr>
            </a:p>
          </p:txBody>
        </p:sp>
        <p:sp>
          <p:nvSpPr>
            <p:cNvPr id="22" name="Rounded Rectangle 21">
              <a:extLst>
                <a:ext uri="{FF2B5EF4-FFF2-40B4-BE49-F238E27FC236}">
                  <a16:creationId xmlns:a16="http://schemas.microsoft.com/office/drawing/2014/main" id="{CD80F031-FBE8-D6F2-6CF6-25BF1C223A59}"/>
                </a:ext>
              </a:extLst>
            </p:cNvPr>
            <p:cNvSpPr/>
            <p:nvPr/>
          </p:nvSpPr>
          <p:spPr>
            <a:xfrm rot="16200000">
              <a:off x="9428349" y="3702692"/>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23" name="Rounded Rectangle 22">
              <a:extLst>
                <a:ext uri="{FF2B5EF4-FFF2-40B4-BE49-F238E27FC236}">
                  <a16:creationId xmlns:a16="http://schemas.microsoft.com/office/drawing/2014/main" id="{B1BBCBA8-5F93-0482-0F7E-FBDD33CB3B6F}"/>
                </a:ext>
              </a:extLst>
            </p:cNvPr>
            <p:cNvSpPr/>
            <p:nvPr/>
          </p:nvSpPr>
          <p:spPr>
            <a:xfrm rot="16200000">
              <a:off x="9626104" y="3702691"/>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24" name="Rounded Rectangle 23">
              <a:extLst>
                <a:ext uri="{FF2B5EF4-FFF2-40B4-BE49-F238E27FC236}">
                  <a16:creationId xmlns:a16="http://schemas.microsoft.com/office/drawing/2014/main" id="{B88528B2-C804-0FF9-A179-EED27DCB124A}"/>
                </a:ext>
              </a:extLst>
            </p:cNvPr>
            <p:cNvSpPr/>
            <p:nvPr/>
          </p:nvSpPr>
          <p:spPr>
            <a:xfrm rot="16200000">
              <a:off x="9962921" y="3574856"/>
              <a:ext cx="808594" cy="434745"/>
            </a:xfrm>
            <a:prstGeom prst="roundRect">
              <a:avLst>
                <a:gd name="adj" fmla="val 6312"/>
              </a:avLst>
            </a:prstGeom>
            <a:solidFill>
              <a:schemeClr val="accent1">
                <a:lumMod val="85000"/>
              </a:scheme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C1C1C"/>
                </a:solidFill>
                <a:effectLst/>
                <a:uLnTx/>
                <a:uFillTx/>
                <a:latin typeface="Arial"/>
                <a:ea typeface="游ゴシック"/>
                <a:cs typeface="+mn-cs"/>
              </a:endParaRPr>
            </a:p>
          </p:txBody>
        </p:sp>
        <p:sp>
          <p:nvSpPr>
            <p:cNvPr id="25" name="Rounded Rectangle 24">
              <a:extLst>
                <a:ext uri="{FF2B5EF4-FFF2-40B4-BE49-F238E27FC236}">
                  <a16:creationId xmlns:a16="http://schemas.microsoft.com/office/drawing/2014/main" id="{D4CF9670-1336-DE09-76CB-C84621383B9C}"/>
                </a:ext>
              </a:extLst>
            </p:cNvPr>
            <p:cNvSpPr/>
            <p:nvPr/>
          </p:nvSpPr>
          <p:spPr>
            <a:xfrm rot="16200000">
              <a:off x="9906034" y="3705410"/>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26" name="Rounded Rectangle 25">
              <a:extLst>
                <a:ext uri="{FF2B5EF4-FFF2-40B4-BE49-F238E27FC236}">
                  <a16:creationId xmlns:a16="http://schemas.microsoft.com/office/drawing/2014/main" id="{922DDBE3-C581-E7A0-2375-9B8B58C3F07F}"/>
                </a:ext>
              </a:extLst>
            </p:cNvPr>
            <p:cNvSpPr/>
            <p:nvPr/>
          </p:nvSpPr>
          <p:spPr>
            <a:xfrm rot="16200000">
              <a:off x="10103789" y="3705409"/>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27" name="Rounded Rectangle 26">
              <a:extLst>
                <a:ext uri="{FF2B5EF4-FFF2-40B4-BE49-F238E27FC236}">
                  <a16:creationId xmlns:a16="http://schemas.microsoft.com/office/drawing/2014/main" id="{30C1A0E9-9AF2-F88E-4235-11461E09307F}"/>
                </a:ext>
              </a:extLst>
            </p:cNvPr>
            <p:cNvSpPr/>
            <p:nvPr/>
          </p:nvSpPr>
          <p:spPr>
            <a:xfrm rot="16200000">
              <a:off x="10535884" y="3473768"/>
              <a:ext cx="808594" cy="634108"/>
            </a:xfrm>
            <a:prstGeom prst="roundRect">
              <a:avLst>
                <a:gd name="adj" fmla="val 6312"/>
              </a:avLst>
            </a:prstGeom>
            <a:solidFill>
              <a:schemeClr val="accent1">
                <a:lumMod val="85000"/>
              </a:scheme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C1C1C"/>
                </a:solidFill>
                <a:effectLst/>
                <a:uLnTx/>
                <a:uFillTx/>
                <a:latin typeface="Arial"/>
                <a:ea typeface="游ゴシック"/>
                <a:cs typeface="+mn-cs"/>
              </a:endParaRPr>
            </a:p>
          </p:txBody>
        </p:sp>
        <p:sp>
          <p:nvSpPr>
            <p:cNvPr id="28" name="Rounded Rectangle 27">
              <a:extLst>
                <a:ext uri="{FF2B5EF4-FFF2-40B4-BE49-F238E27FC236}">
                  <a16:creationId xmlns:a16="http://schemas.microsoft.com/office/drawing/2014/main" id="{3136BC55-1DEC-5E7C-FD7C-A735DB6CE550}"/>
                </a:ext>
              </a:extLst>
            </p:cNvPr>
            <p:cNvSpPr/>
            <p:nvPr/>
          </p:nvSpPr>
          <p:spPr>
            <a:xfrm rot="16200000">
              <a:off x="10379313" y="3704003"/>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29" name="Rounded Rectangle 28">
              <a:extLst>
                <a:ext uri="{FF2B5EF4-FFF2-40B4-BE49-F238E27FC236}">
                  <a16:creationId xmlns:a16="http://schemas.microsoft.com/office/drawing/2014/main" id="{943274B9-9D84-B420-571C-A05B9FC5AF28}"/>
                </a:ext>
              </a:extLst>
            </p:cNvPr>
            <p:cNvSpPr/>
            <p:nvPr/>
          </p:nvSpPr>
          <p:spPr>
            <a:xfrm rot="16200000">
              <a:off x="10577068" y="3704002"/>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30" name="Rounded Rectangle 29">
              <a:extLst>
                <a:ext uri="{FF2B5EF4-FFF2-40B4-BE49-F238E27FC236}">
                  <a16:creationId xmlns:a16="http://schemas.microsoft.com/office/drawing/2014/main" id="{34A6199F-553D-CAEB-4152-8944634AB2EC}"/>
                </a:ext>
              </a:extLst>
            </p:cNvPr>
            <p:cNvSpPr/>
            <p:nvPr/>
          </p:nvSpPr>
          <p:spPr>
            <a:xfrm rot="16200000">
              <a:off x="10774823" y="3702690"/>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cxnSp>
          <p:nvCxnSpPr>
            <p:cNvPr id="32" name="Elbow Connector 31">
              <a:extLst>
                <a:ext uri="{FF2B5EF4-FFF2-40B4-BE49-F238E27FC236}">
                  <a16:creationId xmlns:a16="http://schemas.microsoft.com/office/drawing/2014/main" id="{927CF56B-7351-5BEC-96D1-179AE4D47692}"/>
                </a:ext>
              </a:extLst>
            </p:cNvPr>
            <p:cNvCxnSpPr>
              <a:cxnSpLocks/>
              <a:stCxn id="12" idx="2"/>
            </p:cNvCxnSpPr>
            <p:nvPr/>
          </p:nvCxnSpPr>
          <p:spPr>
            <a:xfrm rot="5400000">
              <a:off x="5326923" y="3646451"/>
              <a:ext cx="1524145" cy="1510295"/>
            </a:xfrm>
            <a:prstGeom prst="bentConnector3">
              <a:avLst>
                <a:gd name="adj1" fmla="val 50000"/>
              </a:avLst>
            </a:prstGeom>
            <a:noFill/>
            <a:ln w="19050" cap="flat" cmpd="sng" algn="ctr">
              <a:solidFill>
                <a:schemeClr val="accent3">
                  <a:lumMod val="60000"/>
                  <a:lumOff val="40000"/>
                </a:schemeClr>
              </a:solidFill>
              <a:prstDash val="sysDot"/>
              <a:miter lim="800000"/>
              <a:headEnd type="oval"/>
              <a:tailEnd type="oval"/>
            </a:ln>
            <a:effectLst/>
          </p:spPr>
        </p:cxnSp>
        <p:pic>
          <p:nvPicPr>
            <p:cNvPr id="33" name="Picture 2" descr="Kubernetes Logo transparent PNG - StickPNG">
              <a:extLst>
                <a:ext uri="{FF2B5EF4-FFF2-40B4-BE49-F238E27FC236}">
                  <a16:creationId xmlns:a16="http://schemas.microsoft.com/office/drawing/2014/main" id="{6E039651-DD8A-C61B-9A2F-AD2A81EE7F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93669" y="4046266"/>
              <a:ext cx="123371" cy="12337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4" name="Rounded Rectangle 33">
              <a:extLst>
                <a:ext uri="{FF2B5EF4-FFF2-40B4-BE49-F238E27FC236}">
                  <a16:creationId xmlns:a16="http://schemas.microsoft.com/office/drawing/2014/main" id="{5A02C840-31D5-D050-1724-6A48269336D3}"/>
                </a:ext>
              </a:extLst>
            </p:cNvPr>
            <p:cNvSpPr/>
            <p:nvPr/>
          </p:nvSpPr>
          <p:spPr>
            <a:xfrm>
              <a:off x="5336193" y="3198086"/>
              <a:ext cx="3024246" cy="172104"/>
            </a:xfrm>
            <a:prstGeom prst="roundRect">
              <a:avLst>
                <a:gd name="adj" fmla="val 9551"/>
              </a:avLst>
            </a:prstGeom>
            <a:solidFill>
              <a:srgbClr val="00ADA4">
                <a:lumMod val="20000"/>
                <a:lumOff val="80000"/>
                <a:alpha val="39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C1C1C"/>
                  </a:solidFill>
                  <a:effectLst/>
                  <a:uLnTx/>
                  <a:uFillTx/>
                  <a:latin typeface="Arial"/>
                  <a:ea typeface="游ゴシック"/>
                  <a:cs typeface="+mn-cs"/>
                </a:rPr>
                <a:t>Mixed Criticality Hypervisor - Helix</a:t>
              </a:r>
            </a:p>
          </p:txBody>
        </p:sp>
        <p:pic>
          <p:nvPicPr>
            <p:cNvPr id="35" name="Picture 34">
              <a:extLst>
                <a:ext uri="{FF2B5EF4-FFF2-40B4-BE49-F238E27FC236}">
                  <a16:creationId xmlns:a16="http://schemas.microsoft.com/office/drawing/2014/main" id="{727D05B6-FBF7-BB0F-A34D-F4DCAA7B5B03}"/>
                </a:ext>
              </a:extLst>
            </p:cNvPr>
            <p:cNvPicPr>
              <a:picLocks noChangeAspect="1"/>
            </p:cNvPicPr>
            <p:nvPr/>
          </p:nvPicPr>
          <p:blipFill>
            <a:blip r:embed="rId6"/>
            <a:stretch>
              <a:fillRect/>
            </a:stretch>
          </p:blipFill>
          <p:spPr>
            <a:xfrm>
              <a:off x="9501482" y="4272143"/>
              <a:ext cx="154646" cy="133054"/>
            </a:xfrm>
            <a:prstGeom prst="rect">
              <a:avLst/>
            </a:prstGeom>
            <a:ln>
              <a:noFill/>
            </a:ln>
          </p:spPr>
        </p:pic>
        <p:pic>
          <p:nvPicPr>
            <p:cNvPr id="36" name="Picture 6">
              <a:extLst>
                <a:ext uri="{FF2B5EF4-FFF2-40B4-BE49-F238E27FC236}">
                  <a16:creationId xmlns:a16="http://schemas.microsoft.com/office/drawing/2014/main" id="{C61681F4-EB5A-AC39-728B-4CD93FEDA810}"/>
                </a:ext>
              </a:extLst>
            </p:cNvPr>
            <p:cNvPicPr>
              <a:picLocks noChangeAspect="1" noChangeArrowheads="1"/>
            </p:cNvPicPr>
            <p:nvPr/>
          </p:nvPicPr>
          <p:blipFill>
            <a:blip r:embed="rId7"/>
            <a:srcRect/>
            <a:stretch/>
          </p:blipFill>
          <p:spPr bwMode="auto">
            <a:xfrm rot="10800000">
              <a:off x="5665208" y="3214415"/>
              <a:ext cx="254020" cy="14469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7" name="Rounded Rectangle 36">
              <a:extLst>
                <a:ext uri="{FF2B5EF4-FFF2-40B4-BE49-F238E27FC236}">
                  <a16:creationId xmlns:a16="http://schemas.microsoft.com/office/drawing/2014/main" id="{E47BC942-3773-C833-965E-9514C9A450D7}"/>
                </a:ext>
              </a:extLst>
            </p:cNvPr>
            <p:cNvSpPr/>
            <p:nvPr/>
          </p:nvSpPr>
          <p:spPr>
            <a:xfrm>
              <a:off x="5335989" y="2970173"/>
              <a:ext cx="1125233" cy="172104"/>
            </a:xfrm>
            <a:prstGeom prst="roundRect">
              <a:avLst>
                <a:gd name="adj" fmla="val 9551"/>
              </a:avLst>
            </a:prstGeom>
            <a:solidFill>
              <a:srgbClr val="00ADA4">
                <a:lumMod val="20000"/>
                <a:lumOff val="80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rgbClr val="1C1C1C"/>
                </a:solidFill>
                <a:effectLst/>
                <a:uLnTx/>
                <a:uFillTx/>
                <a:latin typeface="Arial"/>
                <a:ea typeface="游ゴシック"/>
                <a:cs typeface="+mn-cs"/>
              </a:endParaRPr>
            </a:p>
          </p:txBody>
        </p:sp>
        <p:sp>
          <p:nvSpPr>
            <p:cNvPr id="38" name="Rounded Rectangle 37">
              <a:extLst>
                <a:ext uri="{FF2B5EF4-FFF2-40B4-BE49-F238E27FC236}">
                  <a16:creationId xmlns:a16="http://schemas.microsoft.com/office/drawing/2014/main" id="{5FFFC968-2957-4A0F-5032-A22FFB8DD703}"/>
                </a:ext>
              </a:extLst>
            </p:cNvPr>
            <p:cNvSpPr/>
            <p:nvPr/>
          </p:nvSpPr>
          <p:spPr>
            <a:xfrm>
              <a:off x="6529531" y="2970173"/>
              <a:ext cx="1115729" cy="172104"/>
            </a:xfrm>
            <a:prstGeom prst="roundRect">
              <a:avLst>
                <a:gd name="adj" fmla="val 9551"/>
              </a:avLst>
            </a:prstGeom>
            <a:solidFill>
              <a:srgbClr val="00ADA4">
                <a:lumMod val="20000"/>
                <a:lumOff val="80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1C1C1C"/>
                  </a:solidFill>
                  <a:effectLst/>
                  <a:uLnTx/>
                  <a:uFillTx/>
                  <a:latin typeface="Arial"/>
                  <a:ea typeface="游ゴシック"/>
                  <a:cs typeface="+mn-cs"/>
                </a:rPr>
                <a:t>Linux</a:t>
              </a:r>
            </a:p>
          </p:txBody>
        </p:sp>
        <p:sp>
          <p:nvSpPr>
            <p:cNvPr id="39" name="Rounded Rectangle 38">
              <a:extLst>
                <a:ext uri="{FF2B5EF4-FFF2-40B4-BE49-F238E27FC236}">
                  <a16:creationId xmlns:a16="http://schemas.microsoft.com/office/drawing/2014/main" id="{F7CC2D5B-9FC7-3A84-595D-5F433E48AA18}"/>
                </a:ext>
              </a:extLst>
            </p:cNvPr>
            <p:cNvSpPr/>
            <p:nvPr/>
          </p:nvSpPr>
          <p:spPr>
            <a:xfrm>
              <a:off x="7711869" y="2970173"/>
              <a:ext cx="648569" cy="172104"/>
            </a:xfrm>
            <a:prstGeom prst="roundRect">
              <a:avLst>
                <a:gd name="adj" fmla="val 9551"/>
              </a:avLst>
            </a:prstGeom>
            <a:solidFill>
              <a:srgbClr val="00ADA4">
                <a:lumMod val="20000"/>
                <a:lumOff val="80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1C1C1C"/>
                  </a:solidFill>
                  <a:effectLst/>
                  <a:uLnTx/>
                  <a:uFillTx/>
                  <a:latin typeface="Arial"/>
                  <a:ea typeface="游ゴシック"/>
                  <a:cs typeface="+mn-cs"/>
                </a:rPr>
                <a:t>Android</a:t>
              </a:r>
            </a:p>
          </p:txBody>
        </p:sp>
        <p:pic>
          <p:nvPicPr>
            <p:cNvPr id="40" name="Picture 12">
              <a:extLst>
                <a:ext uri="{FF2B5EF4-FFF2-40B4-BE49-F238E27FC236}">
                  <a16:creationId xmlns:a16="http://schemas.microsoft.com/office/drawing/2014/main" id="{108468BB-CAB1-A3FC-A629-9638D2F02BA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1060" r="28048"/>
            <a:stretch/>
          </p:blipFill>
          <p:spPr bwMode="auto">
            <a:xfrm>
              <a:off x="6802429" y="2955065"/>
              <a:ext cx="170336" cy="21546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1" name="Picture 40">
              <a:extLst>
                <a:ext uri="{FF2B5EF4-FFF2-40B4-BE49-F238E27FC236}">
                  <a16:creationId xmlns:a16="http://schemas.microsoft.com/office/drawing/2014/main" id="{7F3AE213-F1A5-63D1-CA68-DAFE9DFBFC4F}"/>
                </a:ext>
              </a:extLst>
            </p:cNvPr>
            <p:cNvPicPr>
              <a:picLocks noChangeAspect="1"/>
            </p:cNvPicPr>
            <p:nvPr/>
          </p:nvPicPr>
          <p:blipFill>
            <a:blip r:embed="rId6"/>
            <a:stretch>
              <a:fillRect/>
            </a:stretch>
          </p:blipFill>
          <p:spPr>
            <a:xfrm>
              <a:off x="5371273" y="2994889"/>
              <a:ext cx="154646" cy="133054"/>
            </a:xfrm>
            <a:prstGeom prst="rect">
              <a:avLst/>
            </a:prstGeom>
            <a:ln>
              <a:noFill/>
            </a:ln>
          </p:spPr>
        </p:pic>
        <p:sp>
          <p:nvSpPr>
            <p:cNvPr id="42" name="TextBox 41">
              <a:extLst>
                <a:ext uri="{FF2B5EF4-FFF2-40B4-BE49-F238E27FC236}">
                  <a16:creationId xmlns:a16="http://schemas.microsoft.com/office/drawing/2014/main" id="{FAE37A6C-D235-6424-56A1-DAB78695BDA8}"/>
                </a:ext>
              </a:extLst>
            </p:cNvPr>
            <p:cNvSpPr txBox="1"/>
            <p:nvPr/>
          </p:nvSpPr>
          <p:spPr>
            <a:xfrm>
              <a:off x="5447098" y="2961236"/>
              <a:ext cx="1080733" cy="200055"/>
            </a:xfrm>
            <a:prstGeom prst="rect">
              <a:avLst/>
            </a:prstGeom>
            <a:noFill/>
            <a:ln>
              <a:noFill/>
            </a:ln>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1C1C1C"/>
                  </a:solidFill>
                  <a:effectLst/>
                  <a:uLnTx/>
                  <a:uFillTx/>
                  <a:latin typeface="Arial"/>
                  <a:ea typeface="游ゴシック"/>
                  <a:cs typeface="+mn-cs"/>
                </a:rPr>
                <a:t> Safety - VxWorks</a:t>
              </a:r>
              <a:endParaRPr kumimoji="0" lang="en-US" sz="1600" b="0" i="0" u="none" strike="noStrike" kern="0" cap="none" spc="0" normalizeH="0" baseline="0" noProof="0">
                <a:ln>
                  <a:noFill/>
                </a:ln>
                <a:solidFill>
                  <a:srgbClr val="1C1C1C"/>
                </a:solidFill>
                <a:effectLst/>
                <a:uLnTx/>
                <a:uFillTx/>
                <a:latin typeface="Arial"/>
                <a:ea typeface="游ゴシック"/>
                <a:cs typeface="+mn-cs"/>
              </a:endParaRPr>
            </a:p>
          </p:txBody>
        </p:sp>
        <p:sp>
          <p:nvSpPr>
            <p:cNvPr id="43" name="Rounded Rectangle 42">
              <a:extLst>
                <a:ext uri="{FF2B5EF4-FFF2-40B4-BE49-F238E27FC236}">
                  <a16:creationId xmlns:a16="http://schemas.microsoft.com/office/drawing/2014/main" id="{05572225-B265-CF71-436C-D5AC0B183A57}"/>
                </a:ext>
              </a:extLst>
            </p:cNvPr>
            <p:cNvSpPr/>
            <p:nvPr/>
          </p:nvSpPr>
          <p:spPr>
            <a:xfrm rot="16200000">
              <a:off x="5017743" y="2442592"/>
              <a:ext cx="808595" cy="172104"/>
            </a:xfrm>
            <a:prstGeom prst="roundRect">
              <a:avLst>
                <a:gd name="adj" fmla="val 15085"/>
              </a:avLst>
            </a:prstGeom>
            <a:solidFill>
              <a:srgbClr val="00ADA4">
                <a:lumMod val="20000"/>
                <a:lumOff val="80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  </a:t>
              </a:r>
              <a:r>
                <a:rPr kumimoji="0" lang="en-US" sz="800" b="0" i="0" u="none" strike="noStrike" kern="0" cap="none" spc="0" normalizeH="0" baseline="0" noProof="0" err="1">
                  <a:ln>
                    <a:noFill/>
                  </a:ln>
                  <a:solidFill>
                    <a:srgbClr val="1C1C1C"/>
                  </a:solidFill>
                  <a:effectLst/>
                  <a:uLnTx/>
                  <a:uFillTx/>
                  <a:latin typeface="Arial"/>
                  <a:ea typeface="游ゴシック"/>
                  <a:cs typeface="+mn-cs"/>
                </a:rPr>
                <a:t>VxKubelet</a:t>
              </a:r>
              <a:endParaRPr kumimoji="0" lang="en-US" sz="800" b="0" i="0" u="none" strike="noStrike" kern="0" cap="none" spc="0" normalizeH="0" baseline="0" noProof="0">
                <a:ln>
                  <a:noFill/>
                </a:ln>
                <a:solidFill>
                  <a:srgbClr val="1C1C1C"/>
                </a:solidFill>
                <a:effectLst/>
                <a:uLnTx/>
                <a:uFillTx/>
                <a:latin typeface="Arial"/>
                <a:ea typeface="游ゴシック"/>
                <a:cs typeface="+mn-cs"/>
              </a:endParaRPr>
            </a:p>
          </p:txBody>
        </p:sp>
        <p:sp>
          <p:nvSpPr>
            <p:cNvPr id="44" name="Rounded Rectangle 43">
              <a:extLst>
                <a:ext uri="{FF2B5EF4-FFF2-40B4-BE49-F238E27FC236}">
                  <a16:creationId xmlns:a16="http://schemas.microsoft.com/office/drawing/2014/main" id="{51CCAFC6-DF0B-9262-7E05-1B82C53821BA}"/>
                </a:ext>
              </a:extLst>
            </p:cNvPr>
            <p:cNvSpPr/>
            <p:nvPr/>
          </p:nvSpPr>
          <p:spPr>
            <a:xfrm rot="16200000">
              <a:off x="5361867" y="2308554"/>
              <a:ext cx="808594" cy="434745"/>
            </a:xfrm>
            <a:prstGeom prst="roundRect">
              <a:avLst>
                <a:gd name="adj" fmla="val 6312"/>
              </a:avLst>
            </a:prstGeom>
            <a:solidFill>
              <a:schemeClr val="accent1">
                <a:lumMod val="85000"/>
              </a:scheme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C1C1C"/>
                </a:solidFill>
                <a:effectLst/>
                <a:uLnTx/>
                <a:uFillTx/>
                <a:latin typeface="Arial"/>
                <a:ea typeface="游ゴシック"/>
                <a:cs typeface="+mn-cs"/>
              </a:endParaRPr>
            </a:p>
          </p:txBody>
        </p:sp>
        <p:sp>
          <p:nvSpPr>
            <p:cNvPr id="45" name="Rounded Rectangle 44">
              <a:extLst>
                <a:ext uri="{FF2B5EF4-FFF2-40B4-BE49-F238E27FC236}">
                  <a16:creationId xmlns:a16="http://schemas.microsoft.com/office/drawing/2014/main" id="{FB8EE44C-3674-3733-5813-9113E2689432}"/>
                </a:ext>
              </a:extLst>
            </p:cNvPr>
            <p:cNvSpPr/>
            <p:nvPr/>
          </p:nvSpPr>
          <p:spPr>
            <a:xfrm rot="16200000">
              <a:off x="5304980" y="2439108"/>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46" name="Rounded Rectangle 45">
              <a:extLst>
                <a:ext uri="{FF2B5EF4-FFF2-40B4-BE49-F238E27FC236}">
                  <a16:creationId xmlns:a16="http://schemas.microsoft.com/office/drawing/2014/main" id="{528629F4-345C-3D74-1846-574C3AA125E0}"/>
                </a:ext>
              </a:extLst>
            </p:cNvPr>
            <p:cNvSpPr/>
            <p:nvPr/>
          </p:nvSpPr>
          <p:spPr>
            <a:xfrm rot="16200000">
              <a:off x="5502735" y="2439107"/>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47" name="Rounded Rectangle 46">
              <a:extLst>
                <a:ext uri="{FF2B5EF4-FFF2-40B4-BE49-F238E27FC236}">
                  <a16:creationId xmlns:a16="http://schemas.microsoft.com/office/drawing/2014/main" id="{8DAC5994-5314-A69C-EE62-6769BA061DC0}"/>
                </a:ext>
              </a:extLst>
            </p:cNvPr>
            <p:cNvSpPr/>
            <p:nvPr/>
          </p:nvSpPr>
          <p:spPr>
            <a:xfrm rot="16200000">
              <a:off x="5839552" y="2311272"/>
              <a:ext cx="808594" cy="434745"/>
            </a:xfrm>
            <a:prstGeom prst="roundRect">
              <a:avLst>
                <a:gd name="adj" fmla="val 6312"/>
              </a:avLst>
            </a:prstGeom>
            <a:solidFill>
              <a:schemeClr val="accent1">
                <a:lumMod val="85000"/>
              </a:scheme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C1C1C"/>
                </a:solidFill>
                <a:effectLst/>
                <a:uLnTx/>
                <a:uFillTx/>
                <a:latin typeface="Arial"/>
                <a:ea typeface="游ゴシック"/>
                <a:cs typeface="+mn-cs"/>
              </a:endParaRPr>
            </a:p>
          </p:txBody>
        </p:sp>
        <p:sp>
          <p:nvSpPr>
            <p:cNvPr id="48" name="Rounded Rectangle 47">
              <a:extLst>
                <a:ext uri="{FF2B5EF4-FFF2-40B4-BE49-F238E27FC236}">
                  <a16:creationId xmlns:a16="http://schemas.microsoft.com/office/drawing/2014/main" id="{831DF34F-AD00-9159-8CAD-074EBB8470C6}"/>
                </a:ext>
              </a:extLst>
            </p:cNvPr>
            <p:cNvSpPr/>
            <p:nvPr/>
          </p:nvSpPr>
          <p:spPr>
            <a:xfrm rot="16200000">
              <a:off x="5782665" y="2441826"/>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49" name="Rounded Rectangle 48">
              <a:extLst>
                <a:ext uri="{FF2B5EF4-FFF2-40B4-BE49-F238E27FC236}">
                  <a16:creationId xmlns:a16="http://schemas.microsoft.com/office/drawing/2014/main" id="{04ABC3DD-35B8-FB0C-88EA-CD1E8E3E234F}"/>
                </a:ext>
              </a:extLst>
            </p:cNvPr>
            <p:cNvSpPr/>
            <p:nvPr/>
          </p:nvSpPr>
          <p:spPr>
            <a:xfrm rot="16200000">
              <a:off x="5980420" y="2441825"/>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pic>
          <p:nvPicPr>
            <p:cNvPr id="50" name="Picture 2" descr="Kubernetes Logo transparent PNG - StickPNG">
              <a:extLst>
                <a:ext uri="{FF2B5EF4-FFF2-40B4-BE49-F238E27FC236}">
                  <a16:creationId xmlns:a16="http://schemas.microsoft.com/office/drawing/2014/main" id="{A13AE555-DCA5-BA34-FAC7-137681A1BB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0300" y="2782682"/>
              <a:ext cx="123371" cy="123371"/>
            </a:xfrm>
            <a:prstGeom prst="rect">
              <a:avLst/>
            </a:prstGeom>
            <a:noFill/>
            <a:ln>
              <a:noFill/>
            </a:ln>
            <a:extLst>
              <a:ext uri="{909E8E84-426E-40DD-AFC4-6F175D3DCCD1}">
                <a14:hiddenFill xmlns:a14="http://schemas.microsoft.com/office/drawing/2010/main">
                  <a:solidFill>
                    <a:srgbClr val="FFFFFF"/>
                  </a:solidFill>
                </a14:hiddenFill>
              </a:ext>
            </a:extLst>
          </p:spPr>
        </p:pic>
        <p:cxnSp>
          <p:nvCxnSpPr>
            <p:cNvPr id="51" name="Elbow Connector 50">
              <a:extLst>
                <a:ext uri="{FF2B5EF4-FFF2-40B4-BE49-F238E27FC236}">
                  <a16:creationId xmlns:a16="http://schemas.microsoft.com/office/drawing/2014/main" id="{A2A3417D-E783-CC80-D734-8DD680108AF6}"/>
                </a:ext>
              </a:extLst>
            </p:cNvPr>
            <p:cNvCxnSpPr>
              <a:cxnSpLocks/>
              <a:stCxn id="52" idx="3"/>
              <a:endCxn id="43" idx="3"/>
            </p:cNvCxnSpPr>
            <p:nvPr/>
          </p:nvCxnSpPr>
          <p:spPr>
            <a:xfrm rot="16200000" flipV="1">
              <a:off x="6018349" y="1528039"/>
              <a:ext cx="928" cy="1193543"/>
            </a:xfrm>
            <a:prstGeom prst="bentConnector3">
              <a:avLst>
                <a:gd name="adj1" fmla="val 61336746"/>
              </a:avLst>
            </a:prstGeom>
            <a:noFill/>
            <a:ln w="19050" cap="flat" cmpd="sng" algn="ctr">
              <a:solidFill>
                <a:schemeClr val="accent3">
                  <a:lumMod val="60000"/>
                  <a:lumOff val="40000"/>
                </a:schemeClr>
              </a:solidFill>
              <a:prstDash val="sysDot"/>
              <a:miter lim="800000"/>
              <a:headEnd type="oval"/>
              <a:tailEnd type="oval"/>
            </a:ln>
            <a:effectLst/>
          </p:spPr>
        </p:cxnSp>
        <p:sp>
          <p:nvSpPr>
            <p:cNvPr id="52" name="Rounded Rectangle 51">
              <a:extLst>
                <a:ext uri="{FF2B5EF4-FFF2-40B4-BE49-F238E27FC236}">
                  <a16:creationId xmlns:a16="http://schemas.microsoft.com/office/drawing/2014/main" id="{33721992-6816-A1DB-327A-3E4817DD1345}"/>
                </a:ext>
              </a:extLst>
            </p:cNvPr>
            <p:cNvSpPr/>
            <p:nvPr/>
          </p:nvSpPr>
          <p:spPr>
            <a:xfrm rot="16200000">
              <a:off x="6211286" y="2443520"/>
              <a:ext cx="808595" cy="172104"/>
            </a:xfrm>
            <a:prstGeom prst="roundRect">
              <a:avLst>
                <a:gd name="adj" fmla="val 15085"/>
              </a:avLst>
            </a:prstGeom>
            <a:solidFill>
              <a:srgbClr val="00ADA4">
                <a:lumMod val="20000"/>
                <a:lumOff val="80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  </a:t>
              </a:r>
              <a:r>
                <a:rPr kumimoji="0" lang="en-US" sz="800" b="0" i="0" u="none" strike="noStrike" kern="0" cap="none" spc="0" normalizeH="0" baseline="0" noProof="0" err="1">
                  <a:ln>
                    <a:noFill/>
                  </a:ln>
                  <a:solidFill>
                    <a:srgbClr val="1C1C1C"/>
                  </a:solidFill>
                  <a:effectLst/>
                  <a:uLnTx/>
                  <a:uFillTx/>
                  <a:latin typeface="Arial"/>
                  <a:ea typeface="游ゴシック"/>
                  <a:cs typeface="+mn-cs"/>
                </a:rPr>
                <a:t>Kubelet</a:t>
              </a:r>
              <a:endParaRPr kumimoji="0" lang="en-US" sz="800" b="0" i="0" u="none" strike="noStrike" kern="0" cap="none" spc="0" normalizeH="0" baseline="0" noProof="0">
                <a:ln>
                  <a:noFill/>
                </a:ln>
                <a:solidFill>
                  <a:srgbClr val="1C1C1C"/>
                </a:solidFill>
                <a:effectLst/>
                <a:uLnTx/>
                <a:uFillTx/>
                <a:latin typeface="Arial"/>
                <a:ea typeface="游ゴシック"/>
                <a:cs typeface="+mn-cs"/>
              </a:endParaRPr>
            </a:p>
          </p:txBody>
        </p:sp>
        <p:sp>
          <p:nvSpPr>
            <p:cNvPr id="53" name="Rounded Rectangle 52">
              <a:extLst>
                <a:ext uri="{FF2B5EF4-FFF2-40B4-BE49-F238E27FC236}">
                  <a16:creationId xmlns:a16="http://schemas.microsoft.com/office/drawing/2014/main" id="{DFB954C7-7903-CC3B-DF2D-3B7F67AF5547}"/>
                </a:ext>
              </a:extLst>
            </p:cNvPr>
            <p:cNvSpPr/>
            <p:nvPr/>
          </p:nvSpPr>
          <p:spPr>
            <a:xfrm rot="16200000">
              <a:off x="6555410" y="2309482"/>
              <a:ext cx="808594" cy="434745"/>
            </a:xfrm>
            <a:prstGeom prst="roundRect">
              <a:avLst>
                <a:gd name="adj" fmla="val 6312"/>
              </a:avLst>
            </a:prstGeom>
            <a:solidFill>
              <a:schemeClr val="accent1">
                <a:lumMod val="85000"/>
              </a:scheme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C1C1C"/>
                </a:solidFill>
                <a:effectLst/>
                <a:uLnTx/>
                <a:uFillTx/>
                <a:latin typeface="Arial"/>
                <a:ea typeface="游ゴシック"/>
                <a:cs typeface="+mn-cs"/>
              </a:endParaRPr>
            </a:p>
          </p:txBody>
        </p:sp>
        <p:sp>
          <p:nvSpPr>
            <p:cNvPr id="54" name="Rounded Rectangle 53">
              <a:extLst>
                <a:ext uri="{FF2B5EF4-FFF2-40B4-BE49-F238E27FC236}">
                  <a16:creationId xmlns:a16="http://schemas.microsoft.com/office/drawing/2014/main" id="{3A3E4C23-FB8D-D6E4-B585-5A51645EA7CE}"/>
                </a:ext>
              </a:extLst>
            </p:cNvPr>
            <p:cNvSpPr/>
            <p:nvPr/>
          </p:nvSpPr>
          <p:spPr>
            <a:xfrm rot="16200000">
              <a:off x="6498523" y="2440036"/>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55" name="Rounded Rectangle 54">
              <a:extLst>
                <a:ext uri="{FF2B5EF4-FFF2-40B4-BE49-F238E27FC236}">
                  <a16:creationId xmlns:a16="http://schemas.microsoft.com/office/drawing/2014/main" id="{56EBB9CC-FF49-18CE-F2B3-B9EC39193598}"/>
                </a:ext>
              </a:extLst>
            </p:cNvPr>
            <p:cNvSpPr/>
            <p:nvPr/>
          </p:nvSpPr>
          <p:spPr>
            <a:xfrm rot="16200000">
              <a:off x="6696278" y="2440035"/>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56" name="Rounded Rectangle 55">
              <a:extLst>
                <a:ext uri="{FF2B5EF4-FFF2-40B4-BE49-F238E27FC236}">
                  <a16:creationId xmlns:a16="http://schemas.microsoft.com/office/drawing/2014/main" id="{4FFFD94E-F768-6399-91EE-60B979CFDDD6}"/>
                </a:ext>
              </a:extLst>
            </p:cNvPr>
            <p:cNvSpPr/>
            <p:nvPr/>
          </p:nvSpPr>
          <p:spPr>
            <a:xfrm rot="16200000">
              <a:off x="7033095" y="2312200"/>
              <a:ext cx="808594" cy="434745"/>
            </a:xfrm>
            <a:prstGeom prst="roundRect">
              <a:avLst>
                <a:gd name="adj" fmla="val 6312"/>
              </a:avLst>
            </a:prstGeom>
            <a:solidFill>
              <a:schemeClr val="accent1">
                <a:lumMod val="85000"/>
              </a:scheme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C1C1C"/>
                </a:solidFill>
                <a:effectLst/>
                <a:uLnTx/>
                <a:uFillTx/>
                <a:latin typeface="Arial"/>
                <a:ea typeface="游ゴシック"/>
                <a:cs typeface="+mn-cs"/>
              </a:endParaRPr>
            </a:p>
          </p:txBody>
        </p:sp>
        <p:sp>
          <p:nvSpPr>
            <p:cNvPr id="57" name="Rounded Rectangle 56">
              <a:extLst>
                <a:ext uri="{FF2B5EF4-FFF2-40B4-BE49-F238E27FC236}">
                  <a16:creationId xmlns:a16="http://schemas.microsoft.com/office/drawing/2014/main" id="{460C71A4-4749-0EA7-6921-3CA59C99FA97}"/>
                </a:ext>
              </a:extLst>
            </p:cNvPr>
            <p:cNvSpPr/>
            <p:nvPr/>
          </p:nvSpPr>
          <p:spPr>
            <a:xfrm rot="16200000">
              <a:off x="6976208" y="2442754"/>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58" name="Rounded Rectangle 57">
              <a:extLst>
                <a:ext uri="{FF2B5EF4-FFF2-40B4-BE49-F238E27FC236}">
                  <a16:creationId xmlns:a16="http://schemas.microsoft.com/office/drawing/2014/main" id="{B40530E1-23F8-A258-47F0-86D35E75D4E2}"/>
                </a:ext>
              </a:extLst>
            </p:cNvPr>
            <p:cNvSpPr/>
            <p:nvPr/>
          </p:nvSpPr>
          <p:spPr>
            <a:xfrm rot="16200000">
              <a:off x="7173963" y="2442753"/>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pic>
          <p:nvPicPr>
            <p:cNvPr id="59" name="Picture 2" descr="Kubernetes Logo transparent PNG - StickPNG">
              <a:extLst>
                <a:ext uri="{FF2B5EF4-FFF2-40B4-BE49-F238E27FC236}">
                  <a16:creationId xmlns:a16="http://schemas.microsoft.com/office/drawing/2014/main" id="{C7707BBF-0648-6B0A-8EEE-1865232EF0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63843" y="2783610"/>
              <a:ext cx="123371" cy="12337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60" name="Rounded Rectangle 59">
              <a:extLst>
                <a:ext uri="{FF2B5EF4-FFF2-40B4-BE49-F238E27FC236}">
                  <a16:creationId xmlns:a16="http://schemas.microsoft.com/office/drawing/2014/main" id="{0778CBC6-59BB-C37A-8F89-E020385368A4}"/>
                </a:ext>
              </a:extLst>
            </p:cNvPr>
            <p:cNvSpPr/>
            <p:nvPr/>
          </p:nvSpPr>
          <p:spPr>
            <a:xfrm rot="16200000">
              <a:off x="7394644" y="2439874"/>
              <a:ext cx="808595" cy="172104"/>
            </a:xfrm>
            <a:prstGeom prst="roundRect">
              <a:avLst>
                <a:gd name="adj" fmla="val 15085"/>
              </a:avLst>
            </a:prstGeom>
            <a:solidFill>
              <a:srgbClr val="00ADA4">
                <a:lumMod val="20000"/>
                <a:lumOff val="80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  </a:t>
              </a:r>
              <a:r>
                <a:rPr kumimoji="0" lang="en-US" sz="800" b="0" i="0" u="none" strike="noStrike" kern="0" cap="none" spc="0" normalizeH="0" baseline="0" noProof="0" err="1">
                  <a:ln>
                    <a:noFill/>
                  </a:ln>
                  <a:solidFill>
                    <a:srgbClr val="1C1C1C"/>
                  </a:solidFill>
                  <a:effectLst/>
                  <a:uLnTx/>
                  <a:uFillTx/>
                  <a:latin typeface="Arial"/>
                  <a:ea typeface="游ゴシック"/>
                  <a:cs typeface="+mn-cs"/>
                </a:rPr>
                <a:t>Kubelet</a:t>
              </a:r>
              <a:endParaRPr kumimoji="0" lang="en-US" sz="800" b="0" i="0" u="none" strike="noStrike" kern="0" cap="none" spc="0" normalizeH="0" baseline="0" noProof="0">
                <a:ln>
                  <a:noFill/>
                </a:ln>
                <a:solidFill>
                  <a:srgbClr val="1C1C1C"/>
                </a:solidFill>
                <a:effectLst/>
                <a:uLnTx/>
                <a:uFillTx/>
                <a:latin typeface="Arial"/>
                <a:ea typeface="游ゴシック"/>
                <a:cs typeface="+mn-cs"/>
              </a:endParaRPr>
            </a:p>
          </p:txBody>
        </p:sp>
        <p:sp>
          <p:nvSpPr>
            <p:cNvPr id="61" name="Rounded Rectangle 60">
              <a:extLst>
                <a:ext uri="{FF2B5EF4-FFF2-40B4-BE49-F238E27FC236}">
                  <a16:creationId xmlns:a16="http://schemas.microsoft.com/office/drawing/2014/main" id="{D30A4440-8C69-F9A4-CFA6-6B4644688373}"/>
                </a:ext>
              </a:extLst>
            </p:cNvPr>
            <p:cNvSpPr/>
            <p:nvPr/>
          </p:nvSpPr>
          <p:spPr>
            <a:xfrm rot="16200000">
              <a:off x="7738768" y="2305836"/>
              <a:ext cx="808594" cy="434745"/>
            </a:xfrm>
            <a:prstGeom prst="roundRect">
              <a:avLst>
                <a:gd name="adj" fmla="val 6312"/>
              </a:avLst>
            </a:prstGeom>
            <a:solidFill>
              <a:schemeClr val="accent1">
                <a:lumMod val="85000"/>
              </a:scheme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C1C1C"/>
                </a:solidFill>
                <a:effectLst/>
                <a:uLnTx/>
                <a:uFillTx/>
                <a:latin typeface="Arial"/>
                <a:ea typeface="游ゴシック"/>
                <a:cs typeface="+mn-cs"/>
              </a:endParaRPr>
            </a:p>
          </p:txBody>
        </p:sp>
        <p:sp>
          <p:nvSpPr>
            <p:cNvPr id="62" name="Rounded Rectangle 61">
              <a:extLst>
                <a:ext uri="{FF2B5EF4-FFF2-40B4-BE49-F238E27FC236}">
                  <a16:creationId xmlns:a16="http://schemas.microsoft.com/office/drawing/2014/main" id="{E963F981-914A-F30F-D3E9-7D118ECEB048}"/>
                </a:ext>
              </a:extLst>
            </p:cNvPr>
            <p:cNvSpPr/>
            <p:nvPr/>
          </p:nvSpPr>
          <p:spPr>
            <a:xfrm rot="16200000">
              <a:off x="7681881" y="2436390"/>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63" name="Rounded Rectangle 62">
              <a:extLst>
                <a:ext uri="{FF2B5EF4-FFF2-40B4-BE49-F238E27FC236}">
                  <a16:creationId xmlns:a16="http://schemas.microsoft.com/office/drawing/2014/main" id="{AA1FEB3B-93B8-600A-38F1-F962DF7704F7}"/>
                </a:ext>
              </a:extLst>
            </p:cNvPr>
            <p:cNvSpPr/>
            <p:nvPr/>
          </p:nvSpPr>
          <p:spPr>
            <a:xfrm rot="16200000">
              <a:off x="7879636" y="2436389"/>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pic>
          <p:nvPicPr>
            <p:cNvPr id="64" name="Picture 2" descr="Kubernetes Logo transparent PNG - StickPNG">
              <a:extLst>
                <a:ext uri="{FF2B5EF4-FFF2-40B4-BE49-F238E27FC236}">
                  <a16:creationId xmlns:a16="http://schemas.microsoft.com/office/drawing/2014/main" id="{33D5B79D-CC81-7C0D-E636-4A01250B85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47201" y="2779964"/>
              <a:ext cx="123371" cy="123371"/>
            </a:xfrm>
            <a:prstGeom prst="rect">
              <a:avLst/>
            </a:prstGeom>
            <a:noFill/>
            <a:ln>
              <a:noFill/>
            </a:ln>
            <a:extLst>
              <a:ext uri="{909E8E84-426E-40DD-AFC4-6F175D3DCCD1}">
                <a14:hiddenFill xmlns:a14="http://schemas.microsoft.com/office/drawing/2010/main">
                  <a:solidFill>
                    <a:srgbClr val="FFFFFF"/>
                  </a:solidFill>
                </a14:hiddenFill>
              </a:ext>
            </a:extLst>
          </p:spPr>
        </p:pic>
        <p:cxnSp>
          <p:nvCxnSpPr>
            <p:cNvPr id="65" name="Elbow Connector 64">
              <a:extLst>
                <a:ext uri="{FF2B5EF4-FFF2-40B4-BE49-F238E27FC236}">
                  <a16:creationId xmlns:a16="http://schemas.microsoft.com/office/drawing/2014/main" id="{741ECC28-591A-6EDC-352A-1ABFB5D25E28}"/>
                </a:ext>
              </a:extLst>
            </p:cNvPr>
            <p:cNvCxnSpPr>
              <a:cxnSpLocks/>
              <a:stCxn id="60" idx="3"/>
              <a:endCxn id="52" idx="3"/>
            </p:cNvCxnSpPr>
            <p:nvPr/>
          </p:nvCxnSpPr>
          <p:spPr>
            <a:xfrm rot="16200000" flipH="1" flipV="1">
              <a:off x="7205440" y="1531773"/>
              <a:ext cx="3646" cy="1183358"/>
            </a:xfrm>
            <a:prstGeom prst="bentConnector3">
              <a:avLst>
                <a:gd name="adj1" fmla="val -15586314"/>
              </a:avLst>
            </a:prstGeom>
            <a:noFill/>
            <a:ln w="19050" cap="flat" cmpd="sng" algn="ctr">
              <a:solidFill>
                <a:schemeClr val="accent3">
                  <a:lumMod val="60000"/>
                  <a:lumOff val="40000"/>
                </a:schemeClr>
              </a:solidFill>
              <a:prstDash val="sysDot"/>
              <a:miter lim="800000"/>
              <a:headEnd type="oval"/>
              <a:tailEnd type="oval"/>
            </a:ln>
            <a:effectLst/>
          </p:spPr>
        </p:cxnSp>
        <p:cxnSp>
          <p:nvCxnSpPr>
            <p:cNvPr id="66" name="Elbow Connector 65">
              <a:extLst>
                <a:ext uri="{FF2B5EF4-FFF2-40B4-BE49-F238E27FC236}">
                  <a16:creationId xmlns:a16="http://schemas.microsoft.com/office/drawing/2014/main" id="{1493C248-FE82-1D4F-FD67-3771265DED42}"/>
                </a:ext>
              </a:extLst>
            </p:cNvPr>
            <p:cNvCxnSpPr>
              <a:cxnSpLocks/>
              <a:stCxn id="20" idx="3"/>
              <a:endCxn id="60" idx="3"/>
            </p:cNvCxnSpPr>
            <p:nvPr/>
          </p:nvCxnSpPr>
          <p:spPr>
            <a:xfrm rot="16200000" flipV="1">
              <a:off x="8039025" y="1881546"/>
              <a:ext cx="1266302" cy="1746468"/>
            </a:xfrm>
            <a:prstGeom prst="bentConnector3">
              <a:avLst>
                <a:gd name="adj1" fmla="val 144877"/>
              </a:avLst>
            </a:prstGeom>
            <a:noFill/>
            <a:ln w="19050" cap="flat" cmpd="sng" algn="ctr">
              <a:solidFill>
                <a:schemeClr val="accent3">
                  <a:lumMod val="60000"/>
                  <a:lumOff val="40000"/>
                </a:schemeClr>
              </a:solidFill>
              <a:prstDash val="sysDot"/>
              <a:miter lim="800000"/>
              <a:headEnd type="oval"/>
              <a:tailEnd type="oval"/>
            </a:ln>
            <a:effectLst/>
          </p:spPr>
        </p:cxnSp>
        <p:sp>
          <p:nvSpPr>
            <p:cNvPr id="76" name="Rounded Rectangle 75">
              <a:extLst>
                <a:ext uri="{FF2B5EF4-FFF2-40B4-BE49-F238E27FC236}">
                  <a16:creationId xmlns:a16="http://schemas.microsoft.com/office/drawing/2014/main" id="{7CF0F88C-6076-A0B2-F39A-DBAF2322DE01}"/>
                </a:ext>
              </a:extLst>
            </p:cNvPr>
            <p:cNvSpPr/>
            <p:nvPr/>
          </p:nvSpPr>
          <p:spPr>
            <a:xfrm>
              <a:off x="9748040" y="1661818"/>
              <a:ext cx="1649032" cy="1113833"/>
            </a:xfrm>
            <a:prstGeom prst="roundRect">
              <a:avLst>
                <a:gd name="adj" fmla="val 4016"/>
              </a:avLst>
            </a:prstGeom>
            <a:solidFill>
              <a:schemeClr val="accent2"/>
            </a:solidFill>
            <a:ln w="12700" cap="flat" cmpd="sng" algn="ctr">
              <a:solidFill>
                <a:schemeClr val="accent3">
                  <a:lumMod val="75000"/>
                </a:schemeClr>
              </a:solidFill>
              <a:prstDash val="sysDot"/>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游ゴシック"/>
                <a:cs typeface="+mn-cs"/>
              </a:endParaRPr>
            </a:p>
          </p:txBody>
        </p:sp>
        <p:pic>
          <p:nvPicPr>
            <p:cNvPr id="77" name="Picture 4">
              <a:extLst>
                <a:ext uri="{FF2B5EF4-FFF2-40B4-BE49-F238E27FC236}">
                  <a16:creationId xmlns:a16="http://schemas.microsoft.com/office/drawing/2014/main" id="{43078713-C6F2-1322-AB51-98B0B5630455}"/>
                </a:ext>
              </a:extLst>
            </p:cNvPr>
            <p:cNvPicPr>
              <a:picLocks noChangeAspect="1" noChangeArrowheads="1"/>
            </p:cNvPicPr>
            <p:nvPr/>
          </p:nvPicPr>
          <p:blipFill rotWithShape="1">
            <a:blip r:embed="rId9">
              <a:clrChange>
                <a:clrFrom>
                  <a:srgbClr val="FFFFFF">
                    <a:alpha val="0"/>
                  </a:srgbClr>
                </a:clrFrom>
                <a:clrTo>
                  <a:srgbClr val="FFFFFF">
                    <a:alpha val="0"/>
                  </a:srgbClr>
                </a:clrTo>
              </a:clrChange>
              <a:extLst>
                <a:ext uri="{BEBA8EAE-BF5A-486C-A8C5-ECC9F3942E4B}">
                  <a14:imgProps xmlns:a14="http://schemas.microsoft.com/office/drawing/2010/main">
                    <a14:imgLayer r:embed="rId10">
                      <a14:imgEffect>
                        <a14:brightnessContrast contrast="40000"/>
                      </a14:imgEffect>
                    </a14:imgLayer>
                  </a14:imgProps>
                </a:ext>
                <a:ext uri="{28A0092B-C50C-407E-A947-70E740481C1C}">
                  <a14:useLocalDpi xmlns:a14="http://schemas.microsoft.com/office/drawing/2010/main" val="0"/>
                </a:ext>
              </a:extLst>
            </a:blip>
            <a:srcRect t="13363"/>
            <a:stretch/>
          </p:blipFill>
          <p:spPr bwMode="auto">
            <a:xfrm>
              <a:off x="9824908" y="1721742"/>
              <a:ext cx="1508204" cy="410690"/>
            </a:xfrm>
            <a:prstGeom prst="rect">
              <a:avLst/>
            </a:prstGeom>
            <a:solidFill>
              <a:schemeClr val="bg2"/>
            </a:solidFill>
            <a:ln w="38100">
              <a:noFill/>
            </a:ln>
          </p:spPr>
        </p:pic>
        <p:sp>
          <p:nvSpPr>
            <p:cNvPr id="78" name="Rounded Rectangle 77">
              <a:extLst>
                <a:ext uri="{FF2B5EF4-FFF2-40B4-BE49-F238E27FC236}">
                  <a16:creationId xmlns:a16="http://schemas.microsoft.com/office/drawing/2014/main" id="{FFEC6B91-646E-CEE2-E2F6-EFE8C100DC6C}"/>
                </a:ext>
              </a:extLst>
            </p:cNvPr>
            <p:cNvSpPr/>
            <p:nvPr/>
          </p:nvSpPr>
          <p:spPr>
            <a:xfrm>
              <a:off x="9803710" y="2155475"/>
              <a:ext cx="1529402" cy="278067"/>
            </a:xfrm>
            <a:prstGeom prst="roundRect">
              <a:avLst>
                <a:gd name="adj" fmla="val 4016"/>
              </a:avLst>
            </a:prstGeom>
            <a:solidFill>
              <a:schemeClr val="accent2">
                <a:lumMod val="20000"/>
                <a:lumOff val="80000"/>
              </a:schemeClr>
            </a:solidFill>
            <a:ln w="12700" cap="flat" cmpd="sng" algn="ctr">
              <a:solidFill>
                <a:schemeClr val="accent3">
                  <a:lumMod val="75000"/>
                </a:schemeClr>
              </a:solidFill>
              <a:prstDash val="sysDot"/>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游ゴシック"/>
                <a:cs typeface="+mn-cs"/>
              </a:endParaRPr>
            </a:p>
          </p:txBody>
        </p:sp>
        <p:pic>
          <p:nvPicPr>
            <p:cNvPr id="79" name="Picture 2">
              <a:extLst>
                <a:ext uri="{FF2B5EF4-FFF2-40B4-BE49-F238E27FC236}">
                  <a16:creationId xmlns:a16="http://schemas.microsoft.com/office/drawing/2014/main" id="{283F8C58-D6EB-3C77-EA33-2DAE580C035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55866" y="2246122"/>
              <a:ext cx="767054" cy="13573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0" name="TextBox 79">
              <a:extLst>
                <a:ext uri="{FF2B5EF4-FFF2-40B4-BE49-F238E27FC236}">
                  <a16:creationId xmlns:a16="http://schemas.microsoft.com/office/drawing/2014/main" id="{B1D23384-297B-3393-CAE4-4083BD98D357}"/>
                </a:ext>
              </a:extLst>
            </p:cNvPr>
            <p:cNvSpPr txBox="1"/>
            <p:nvPr/>
          </p:nvSpPr>
          <p:spPr>
            <a:xfrm>
              <a:off x="10581922" y="2125231"/>
              <a:ext cx="815152" cy="338554"/>
            </a:xfrm>
            <a:prstGeom prst="rect">
              <a:avLst/>
            </a:prstGeom>
            <a:noFill/>
            <a:ln>
              <a:noFill/>
            </a:ln>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 </a:t>
              </a:r>
              <a:br>
                <a:rPr kumimoji="0" lang="en-US" sz="800" b="0" i="0" u="none" strike="noStrike" kern="0" cap="none" spc="0" normalizeH="0" baseline="0" noProof="0">
                  <a:ln>
                    <a:noFill/>
                  </a:ln>
                  <a:solidFill>
                    <a:srgbClr val="1C1C1C"/>
                  </a:solidFill>
                  <a:effectLst/>
                  <a:uLnTx/>
                  <a:uFillTx/>
                  <a:latin typeface="Arial"/>
                  <a:ea typeface="游ゴシック"/>
                  <a:cs typeface="+mn-cs"/>
                </a:rPr>
              </a:br>
              <a:r>
                <a:rPr kumimoji="0" lang="en-US" sz="800" b="0" i="0" u="none" strike="noStrike" kern="0" cap="none" spc="0" normalizeH="0" baseline="0" noProof="0">
                  <a:ln>
                    <a:noFill/>
                  </a:ln>
                  <a:solidFill>
                    <a:srgbClr val="1C1C1C"/>
                  </a:solidFill>
                  <a:effectLst/>
                  <a:uLnTx/>
                  <a:uFillTx/>
                  <a:latin typeface="Arial"/>
                  <a:ea typeface="游ゴシック"/>
                  <a:cs typeface="+mn-cs"/>
                </a:rPr>
                <a:t>Orchestration</a:t>
              </a:r>
              <a:endParaRPr kumimoji="0" lang="en-US" sz="1799" b="0" i="0" u="none" strike="noStrike" kern="0" cap="none" spc="0" normalizeH="0" baseline="0" noProof="0">
                <a:ln>
                  <a:noFill/>
                </a:ln>
                <a:solidFill>
                  <a:srgbClr val="1C1C1C"/>
                </a:solidFill>
                <a:effectLst/>
                <a:uLnTx/>
                <a:uFillTx/>
                <a:latin typeface="Arial"/>
                <a:ea typeface="游ゴシック"/>
                <a:cs typeface="+mn-cs"/>
              </a:endParaRPr>
            </a:p>
          </p:txBody>
        </p:sp>
        <p:sp>
          <p:nvSpPr>
            <p:cNvPr id="81" name="Rounded Rectangle 80">
              <a:extLst>
                <a:ext uri="{FF2B5EF4-FFF2-40B4-BE49-F238E27FC236}">
                  <a16:creationId xmlns:a16="http://schemas.microsoft.com/office/drawing/2014/main" id="{64137A9B-509D-CA17-E6DB-7727FFAA94DD}"/>
                </a:ext>
              </a:extLst>
            </p:cNvPr>
            <p:cNvSpPr/>
            <p:nvPr/>
          </p:nvSpPr>
          <p:spPr>
            <a:xfrm>
              <a:off x="9805409" y="2464041"/>
              <a:ext cx="1527703" cy="278067"/>
            </a:xfrm>
            <a:prstGeom prst="roundRect">
              <a:avLst>
                <a:gd name="adj" fmla="val 4016"/>
              </a:avLst>
            </a:prstGeom>
            <a:solidFill>
              <a:srgbClr val="FFFFFF"/>
            </a:solidFill>
            <a:ln w="12700" cap="flat" cmpd="sng" algn="ctr">
              <a:solidFill>
                <a:schemeClr val="accent3">
                  <a:lumMod val="75000"/>
                </a:schemeClr>
              </a:solidFill>
              <a:prstDash val="sysDot"/>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游ゴシック"/>
                <a:cs typeface="+mn-cs"/>
              </a:endParaRPr>
            </a:p>
          </p:txBody>
        </p:sp>
        <p:pic>
          <p:nvPicPr>
            <p:cNvPr id="82" name="Picture 4" descr="What's in StarlingX for you and how to get started">
              <a:extLst>
                <a:ext uri="{FF2B5EF4-FFF2-40B4-BE49-F238E27FC236}">
                  <a16:creationId xmlns:a16="http://schemas.microsoft.com/office/drawing/2014/main" id="{7F17FED4-1539-DB61-064B-D5C425AEF8C2}"/>
                </a:ext>
              </a:extLst>
            </p:cNvPr>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67810" y="2389842"/>
              <a:ext cx="992330" cy="38118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3" name="TextBox 82">
              <a:extLst>
                <a:ext uri="{FF2B5EF4-FFF2-40B4-BE49-F238E27FC236}">
                  <a16:creationId xmlns:a16="http://schemas.microsoft.com/office/drawing/2014/main" id="{5FB17CCE-5543-A3FE-3DA1-A09823F50D10}"/>
                </a:ext>
              </a:extLst>
            </p:cNvPr>
            <p:cNvSpPr txBox="1"/>
            <p:nvPr/>
          </p:nvSpPr>
          <p:spPr>
            <a:xfrm>
              <a:off x="10591312" y="2433797"/>
              <a:ext cx="797469" cy="338554"/>
            </a:xfrm>
            <a:prstGeom prst="rect">
              <a:avLst/>
            </a:prstGeom>
            <a:noFill/>
            <a:ln>
              <a:noFill/>
            </a:ln>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Platform </a:t>
              </a:r>
              <a:br>
                <a:rPr kumimoji="0" lang="en-US" sz="800" b="0" i="0" u="none" strike="noStrike" kern="0" cap="none" spc="0" normalizeH="0" baseline="0" noProof="0">
                  <a:ln>
                    <a:noFill/>
                  </a:ln>
                  <a:solidFill>
                    <a:srgbClr val="1C1C1C"/>
                  </a:solidFill>
                  <a:effectLst/>
                  <a:uLnTx/>
                  <a:uFillTx/>
                  <a:latin typeface="Arial"/>
                  <a:ea typeface="游ゴシック"/>
                  <a:cs typeface="+mn-cs"/>
                </a:rPr>
              </a:br>
              <a:r>
                <a:rPr kumimoji="0" lang="en-US" sz="800" b="0" i="0" u="none" strike="noStrike" kern="0" cap="none" spc="0" normalizeH="0" baseline="0" noProof="0">
                  <a:ln>
                    <a:noFill/>
                  </a:ln>
                  <a:solidFill>
                    <a:srgbClr val="1C1C1C"/>
                  </a:solidFill>
                  <a:effectLst/>
                  <a:uLnTx/>
                  <a:uFillTx/>
                  <a:latin typeface="Arial"/>
                  <a:ea typeface="游ゴシック"/>
                  <a:cs typeface="+mn-cs"/>
                </a:rPr>
                <a:t>Management</a:t>
              </a:r>
              <a:endParaRPr kumimoji="0" lang="en-US" sz="1799" b="0" i="0" u="none" strike="noStrike" kern="0" cap="none" spc="0" normalizeH="0" baseline="0" noProof="0">
                <a:ln>
                  <a:noFill/>
                </a:ln>
                <a:solidFill>
                  <a:srgbClr val="1C1C1C"/>
                </a:solidFill>
                <a:effectLst/>
                <a:uLnTx/>
                <a:uFillTx/>
                <a:latin typeface="Arial"/>
                <a:ea typeface="游ゴシック"/>
                <a:cs typeface="+mn-cs"/>
              </a:endParaRPr>
            </a:p>
          </p:txBody>
        </p:sp>
        <p:cxnSp>
          <p:nvCxnSpPr>
            <p:cNvPr id="84" name="Elbow Connector 83">
              <a:extLst>
                <a:ext uri="{FF2B5EF4-FFF2-40B4-BE49-F238E27FC236}">
                  <a16:creationId xmlns:a16="http://schemas.microsoft.com/office/drawing/2014/main" id="{64D7B9AF-45BA-04E3-D9C8-8EA373926E41}"/>
                </a:ext>
              </a:extLst>
            </p:cNvPr>
            <p:cNvCxnSpPr>
              <a:cxnSpLocks/>
              <a:stCxn id="76" idx="1"/>
            </p:cNvCxnSpPr>
            <p:nvPr/>
          </p:nvCxnSpPr>
          <p:spPr>
            <a:xfrm rot="10800000">
              <a:off x="9535738" y="2218735"/>
              <a:ext cx="212303" cy="1"/>
            </a:xfrm>
            <a:prstGeom prst="bentConnector3">
              <a:avLst>
                <a:gd name="adj1" fmla="val 50000"/>
              </a:avLst>
            </a:prstGeom>
            <a:noFill/>
            <a:ln w="19050" cap="flat" cmpd="sng" algn="ctr">
              <a:solidFill>
                <a:schemeClr val="accent3">
                  <a:lumMod val="60000"/>
                  <a:lumOff val="40000"/>
                </a:schemeClr>
              </a:solidFill>
              <a:prstDash val="sysDot"/>
              <a:miter lim="800000"/>
              <a:headEnd type="oval"/>
              <a:tailEnd type="oval"/>
            </a:ln>
            <a:effectLst/>
          </p:spPr>
        </p:cxnSp>
        <p:cxnSp>
          <p:nvCxnSpPr>
            <p:cNvPr id="88" name="Elbow Connector 87">
              <a:extLst>
                <a:ext uri="{FF2B5EF4-FFF2-40B4-BE49-F238E27FC236}">
                  <a16:creationId xmlns:a16="http://schemas.microsoft.com/office/drawing/2014/main" id="{9E877F46-73F3-38C7-315D-818BFA6AB76C}"/>
                </a:ext>
              </a:extLst>
            </p:cNvPr>
            <p:cNvCxnSpPr>
              <a:cxnSpLocks/>
              <a:stCxn id="43" idx="3"/>
              <a:endCxn id="102" idx="3"/>
            </p:cNvCxnSpPr>
            <p:nvPr/>
          </p:nvCxnSpPr>
          <p:spPr>
            <a:xfrm rot="16200000" flipV="1">
              <a:off x="4151239" y="853544"/>
              <a:ext cx="375167" cy="2166439"/>
            </a:xfrm>
            <a:prstGeom prst="bentConnector3">
              <a:avLst>
                <a:gd name="adj1" fmla="val 152073"/>
              </a:avLst>
            </a:prstGeom>
            <a:noFill/>
            <a:ln w="19050" cap="flat" cmpd="sng" algn="ctr">
              <a:solidFill>
                <a:schemeClr val="accent3">
                  <a:lumMod val="60000"/>
                  <a:lumOff val="40000"/>
                </a:schemeClr>
              </a:solidFill>
              <a:prstDash val="sysDot"/>
              <a:miter lim="800000"/>
              <a:headEnd type="oval"/>
              <a:tailEnd type="oval"/>
            </a:ln>
            <a:effectLst/>
          </p:spPr>
        </p:cxnSp>
        <p:grpSp>
          <p:nvGrpSpPr>
            <p:cNvPr id="7" name="Group 6">
              <a:extLst>
                <a:ext uri="{FF2B5EF4-FFF2-40B4-BE49-F238E27FC236}">
                  <a16:creationId xmlns:a16="http://schemas.microsoft.com/office/drawing/2014/main" id="{09C88F1A-DF6C-6C98-8051-A7EF2F3E6E14}"/>
                </a:ext>
              </a:extLst>
            </p:cNvPr>
            <p:cNvGrpSpPr/>
            <p:nvPr/>
          </p:nvGrpSpPr>
          <p:grpSpPr>
            <a:xfrm>
              <a:off x="809813" y="1661819"/>
              <a:ext cx="3420710" cy="1653204"/>
              <a:chOff x="809813" y="1661819"/>
              <a:chExt cx="3420710" cy="1653204"/>
            </a:xfrm>
          </p:grpSpPr>
          <p:sp>
            <p:nvSpPr>
              <p:cNvPr id="8" name="Rounded Rectangle 7">
                <a:extLst>
                  <a:ext uri="{FF2B5EF4-FFF2-40B4-BE49-F238E27FC236}">
                    <a16:creationId xmlns:a16="http://schemas.microsoft.com/office/drawing/2014/main" id="{EB9FF20F-01F7-F97F-4794-7F92F9C5502C}"/>
                  </a:ext>
                </a:extLst>
              </p:cNvPr>
              <p:cNvSpPr/>
              <p:nvPr/>
            </p:nvSpPr>
            <p:spPr>
              <a:xfrm>
                <a:off x="809813" y="1661819"/>
                <a:ext cx="3420710" cy="1653204"/>
              </a:xfrm>
              <a:prstGeom prst="roundRect">
                <a:avLst>
                  <a:gd name="adj" fmla="val 4016"/>
                </a:avLst>
              </a:prstGeom>
              <a:solidFill>
                <a:schemeClr val="bg2">
                  <a:lumMod val="75000"/>
                </a:schemeClr>
              </a:solidFill>
              <a:ln w="12700" cap="flat" cmpd="sng" algn="ctr">
                <a:solidFill>
                  <a:schemeClr val="accent3">
                    <a:lumMod val="75000"/>
                  </a:schemeClr>
                </a:solidFill>
                <a:prstDash val="dash"/>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a:ln>
                    <a:noFill/>
                  </a:ln>
                  <a:solidFill>
                    <a:srgbClr val="FFFFFF"/>
                  </a:solidFill>
                  <a:effectLst/>
                  <a:uLnTx/>
                  <a:uFillTx/>
                  <a:latin typeface="Arial"/>
                  <a:ea typeface="游ゴシック"/>
                  <a:cs typeface="+mn-cs"/>
                </a:endParaRPr>
              </a:p>
            </p:txBody>
          </p:sp>
          <p:sp>
            <p:nvSpPr>
              <p:cNvPr id="67" name="Rounded Rectangle 66">
                <a:extLst>
                  <a:ext uri="{FF2B5EF4-FFF2-40B4-BE49-F238E27FC236}">
                    <a16:creationId xmlns:a16="http://schemas.microsoft.com/office/drawing/2014/main" id="{08BD747F-FB33-B364-C82F-38BACCD189C1}"/>
                  </a:ext>
                </a:extLst>
              </p:cNvPr>
              <p:cNvSpPr/>
              <p:nvPr/>
            </p:nvSpPr>
            <p:spPr>
              <a:xfrm>
                <a:off x="1011253" y="3045044"/>
                <a:ext cx="3090846" cy="172104"/>
              </a:xfrm>
              <a:prstGeom prst="roundRect">
                <a:avLst>
                  <a:gd name="adj" fmla="val 9551"/>
                </a:avLst>
              </a:prstGeom>
              <a:solidFill>
                <a:srgbClr val="FFFFFF">
                  <a:lumMod val="85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C1C1C"/>
                    </a:solidFill>
                    <a:effectLst/>
                    <a:uLnTx/>
                    <a:uFillTx/>
                    <a:latin typeface="Arial"/>
                    <a:ea typeface="游ゴシック"/>
                    <a:cs typeface="+mn-cs"/>
                  </a:rPr>
                  <a:t>Up-Integrated Central Compute</a:t>
                </a:r>
              </a:p>
            </p:txBody>
          </p:sp>
          <p:sp>
            <p:nvSpPr>
              <p:cNvPr id="68" name="Rounded Rectangle 67">
                <a:extLst>
                  <a:ext uri="{FF2B5EF4-FFF2-40B4-BE49-F238E27FC236}">
                    <a16:creationId xmlns:a16="http://schemas.microsoft.com/office/drawing/2014/main" id="{2E3BCF3F-090F-77FF-2217-F244DCD501F2}"/>
                  </a:ext>
                </a:extLst>
              </p:cNvPr>
              <p:cNvSpPr/>
              <p:nvPr/>
            </p:nvSpPr>
            <p:spPr>
              <a:xfrm>
                <a:off x="1011253" y="2827513"/>
                <a:ext cx="3090846" cy="172104"/>
              </a:xfrm>
              <a:prstGeom prst="roundRect">
                <a:avLst>
                  <a:gd name="adj" fmla="val 9551"/>
                </a:avLst>
              </a:prstGeom>
              <a:solidFill>
                <a:srgbClr val="00ADA4">
                  <a:lumMod val="20000"/>
                  <a:lumOff val="80000"/>
                  <a:alpha val="39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C1C1C"/>
                    </a:solidFill>
                    <a:effectLst/>
                    <a:uLnTx/>
                    <a:uFillTx/>
                    <a:latin typeface="Arial"/>
                    <a:ea typeface="游ゴシック"/>
                    <a:cs typeface="+mn-cs"/>
                  </a:rPr>
                  <a:t>Mixed Criticality Hypervisor - Helix</a:t>
                </a:r>
              </a:p>
            </p:txBody>
          </p:sp>
          <p:pic>
            <p:nvPicPr>
              <p:cNvPr id="69" name="Picture 6">
                <a:extLst>
                  <a:ext uri="{FF2B5EF4-FFF2-40B4-BE49-F238E27FC236}">
                    <a16:creationId xmlns:a16="http://schemas.microsoft.com/office/drawing/2014/main" id="{151B16A7-711D-5AA5-4EC3-77AD29549CDA}"/>
                  </a:ext>
                </a:extLst>
              </p:cNvPr>
              <p:cNvPicPr>
                <a:picLocks noChangeAspect="1" noChangeArrowheads="1"/>
              </p:cNvPicPr>
              <p:nvPr/>
            </p:nvPicPr>
            <p:blipFill>
              <a:blip r:embed="rId7"/>
              <a:srcRect/>
              <a:stretch/>
            </p:blipFill>
            <p:spPr bwMode="auto">
              <a:xfrm rot="10800000">
                <a:off x="1340268" y="2843842"/>
                <a:ext cx="254020" cy="14469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0" name="Rounded Rectangle 69">
                <a:extLst>
                  <a:ext uri="{FF2B5EF4-FFF2-40B4-BE49-F238E27FC236}">
                    <a16:creationId xmlns:a16="http://schemas.microsoft.com/office/drawing/2014/main" id="{4CB6B657-DD17-FD1C-787B-0F15B9C19E65}"/>
                  </a:ext>
                </a:extLst>
              </p:cNvPr>
              <p:cNvSpPr/>
              <p:nvPr/>
            </p:nvSpPr>
            <p:spPr>
              <a:xfrm>
                <a:off x="1011049" y="2599600"/>
                <a:ext cx="1125233" cy="172104"/>
              </a:xfrm>
              <a:prstGeom prst="roundRect">
                <a:avLst>
                  <a:gd name="adj" fmla="val 9551"/>
                </a:avLst>
              </a:prstGeom>
              <a:solidFill>
                <a:srgbClr val="00ADA4">
                  <a:lumMod val="20000"/>
                  <a:lumOff val="80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srgbClr val="1C1C1C"/>
                  </a:solidFill>
                  <a:effectLst/>
                  <a:uLnTx/>
                  <a:uFillTx/>
                  <a:latin typeface="Arial"/>
                  <a:ea typeface="游ゴシック"/>
                  <a:cs typeface="+mn-cs"/>
                </a:endParaRPr>
              </a:p>
            </p:txBody>
          </p:sp>
          <p:sp>
            <p:nvSpPr>
              <p:cNvPr id="71" name="Rounded Rectangle 70">
                <a:extLst>
                  <a:ext uri="{FF2B5EF4-FFF2-40B4-BE49-F238E27FC236}">
                    <a16:creationId xmlns:a16="http://schemas.microsoft.com/office/drawing/2014/main" id="{D3639CFE-270D-5FA6-AC72-6A8E02AAC29C}"/>
                  </a:ext>
                </a:extLst>
              </p:cNvPr>
              <p:cNvSpPr/>
              <p:nvPr/>
            </p:nvSpPr>
            <p:spPr>
              <a:xfrm>
                <a:off x="2204590" y="2599600"/>
                <a:ext cx="888125" cy="172104"/>
              </a:xfrm>
              <a:prstGeom prst="roundRect">
                <a:avLst>
                  <a:gd name="adj" fmla="val 9551"/>
                </a:avLst>
              </a:prstGeom>
              <a:solidFill>
                <a:srgbClr val="00ADA4">
                  <a:lumMod val="20000"/>
                  <a:lumOff val="80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1C1C1C"/>
                    </a:solidFill>
                    <a:effectLst/>
                    <a:uLnTx/>
                    <a:uFillTx/>
                    <a:latin typeface="Arial"/>
                    <a:ea typeface="游ゴシック"/>
                    <a:cs typeface="+mn-cs"/>
                  </a:rPr>
                  <a:t>Linux</a:t>
                </a:r>
              </a:p>
            </p:txBody>
          </p:sp>
          <p:pic>
            <p:nvPicPr>
              <p:cNvPr id="72" name="Picture 71">
                <a:extLst>
                  <a:ext uri="{FF2B5EF4-FFF2-40B4-BE49-F238E27FC236}">
                    <a16:creationId xmlns:a16="http://schemas.microsoft.com/office/drawing/2014/main" id="{386504A9-E75B-A5FE-D3CB-F0C87A51B055}"/>
                  </a:ext>
                </a:extLst>
              </p:cNvPr>
              <p:cNvPicPr>
                <a:picLocks noChangeAspect="1"/>
              </p:cNvPicPr>
              <p:nvPr/>
            </p:nvPicPr>
            <p:blipFill>
              <a:blip r:embed="rId6"/>
              <a:stretch>
                <a:fillRect/>
              </a:stretch>
            </p:blipFill>
            <p:spPr>
              <a:xfrm>
                <a:off x="1046333" y="2624316"/>
                <a:ext cx="154646" cy="133054"/>
              </a:xfrm>
              <a:prstGeom prst="rect">
                <a:avLst/>
              </a:prstGeom>
              <a:ln>
                <a:noFill/>
              </a:ln>
            </p:spPr>
          </p:pic>
          <p:sp>
            <p:nvSpPr>
              <p:cNvPr id="73" name="TextBox 72">
                <a:extLst>
                  <a:ext uri="{FF2B5EF4-FFF2-40B4-BE49-F238E27FC236}">
                    <a16:creationId xmlns:a16="http://schemas.microsoft.com/office/drawing/2014/main" id="{7B449555-68C3-2E9C-B60B-2437285C4607}"/>
                  </a:ext>
                </a:extLst>
              </p:cNvPr>
              <p:cNvSpPr txBox="1"/>
              <p:nvPr/>
            </p:nvSpPr>
            <p:spPr>
              <a:xfrm>
                <a:off x="1122158" y="2590663"/>
                <a:ext cx="1248736" cy="200055"/>
              </a:xfrm>
              <a:prstGeom prst="rect">
                <a:avLst/>
              </a:prstGeom>
              <a:noFill/>
              <a:ln>
                <a:noFill/>
              </a:ln>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1C1C1C"/>
                    </a:solidFill>
                    <a:effectLst/>
                    <a:uLnTx/>
                    <a:uFillTx/>
                    <a:latin typeface="Arial"/>
                    <a:ea typeface="游ゴシック"/>
                    <a:cs typeface="+mn-cs"/>
                  </a:rPr>
                  <a:t> Safety - VxWorks</a:t>
                </a:r>
                <a:endParaRPr kumimoji="0" lang="en-US" sz="1600" b="0" i="0" u="none" strike="noStrike" kern="0" cap="none" spc="0" normalizeH="0" baseline="0" noProof="0">
                  <a:ln>
                    <a:noFill/>
                  </a:ln>
                  <a:solidFill>
                    <a:srgbClr val="1C1C1C"/>
                  </a:solidFill>
                  <a:effectLst/>
                  <a:uLnTx/>
                  <a:uFillTx/>
                  <a:latin typeface="Arial"/>
                  <a:ea typeface="游ゴシック"/>
                  <a:cs typeface="+mn-cs"/>
                </a:endParaRPr>
              </a:p>
            </p:txBody>
          </p:sp>
          <p:sp>
            <p:nvSpPr>
              <p:cNvPr id="74" name="Rounded Rectangle 73">
                <a:extLst>
                  <a:ext uri="{FF2B5EF4-FFF2-40B4-BE49-F238E27FC236}">
                    <a16:creationId xmlns:a16="http://schemas.microsoft.com/office/drawing/2014/main" id="{FD3C9CE0-3509-2C5E-325F-C40002FEB670}"/>
                  </a:ext>
                </a:extLst>
              </p:cNvPr>
              <p:cNvSpPr/>
              <p:nvPr/>
            </p:nvSpPr>
            <p:spPr>
              <a:xfrm rot="16200000">
                <a:off x="1893271" y="2076159"/>
                <a:ext cx="808595" cy="172104"/>
              </a:xfrm>
              <a:prstGeom prst="roundRect">
                <a:avLst>
                  <a:gd name="adj" fmla="val 15085"/>
                </a:avLst>
              </a:prstGeom>
              <a:solidFill>
                <a:srgbClr val="00ADA4">
                  <a:lumMod val="20000"/>
                  <a:lumOff val="80000"/>
                  <a:alpha val="39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  K8s Master</a:t>
                </a:r>
              </a:p>
            </p:txBody>
          </p:sp>
          <p:pic>
            <p:nvPicPr>
              <p:cNvPr id="75" name="Picture 2" descr="Kubernetes Logo transparent PNG - StickPNG">
                <a:extLst>
                  <a:ext uri="{FF2B5EF4-FFF2-40B4-BE49-F238E27FC236}">
                    <a16:creationId xmlns:a16="http://schemas.microsoft.com/office/drawing/2014/main" id="{A8089FD5-5CF8-B588-BCCB-70625A5962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5828" y="2416249"/>
                <a:ext cx="123371" cy="12337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5" name="Rounded Rectangle 84">
                <a:extLst>
                  <a:ext uri="{FF2B5EF4-FFF2-40B4-BE49-F238E27FC236}">
                    <a16:creationId xmlns:a16="http://schemas.microsoft.com/office/drawing/2014/main" id="{868DDBF9-2D7B-2C96-4F24-681AEB226491}"/>
                  </a:ext>
                </a:extLst>
              </p:cNvPr>
              <p:cNvSpPr/>
              <p:nvPr/>
            </p:nvSpPr>
            <p:spPr>
              <a:xfrm rot="16200000">
                <a:off x="2228600" y="1944837"/>
                <a:ext cx="808594" cy="434745"/>
              </a:xfrm>
              <a:prstGeom prst="roundRect">
                <a:avLst>
                  <a:gd name="adj" fmla="val 6312"/>
                </a:avLst>
              </a:prstGeom>
              <a:solidFill>
                <a:schemeClr val="accent1">
                  <a:lumMod val="85000"/>
                </a:scheme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C1C1C"/>
                  </a:solidFill>
                  <a:effectLst/>
                  <a:uLnTx/>
                  <a:uFillTx/>
                  <a:latin typeface="Arial"/>
                  <a:ea typeface="游ゴシック"/>
                  <a:cs typeface="+mn-cs"/>
                </a:endParaRPr>
              </a:p>
            </p:txBody>
          </p:sp>
          <p:sp>
            <p:nvSpPr>
              <p:cNvPr id="86" name="Rounded Rectangle 85">
                <a:extLst>
                  <a:ext uri="{FF2B5EF4-FFF2-40B4-BE49-F238E27FC236}">
                    <a16:creationId xmlns:a16="http://schemas.microsoft.com/office/drawing/2014/main" id="{B35F1940-2671-B3EE-151F-5F124EA6835C}"/>
                  </a:ext>
                </a:extLst>
              </p:cNvPr>
              <p:cNvSpPr/>
              <p:nvPr/>
            </p:nvSpPr>
            <p:spPr>
              <a:xfrm rot="16200000">
                <a:off x="2171713" y="2075391"/>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87" name="Rounded Rectangle 86">
                <a:extLst>
                  <a:ext uri="{FF2B5EF4-FFF2-40B4-BE49-F238E27FC236}">
                    <a16:creationId xmlns:a16="http://schemas.microsoft.com/office/drawing/2014/main" id="{CC14D57C-428F-996C-7C02-0B18180A6A6C}"/>
                  </a:ext>
                </a:extLst>
              </p:cNvPr>
              <p:cNvSpPr/>
              <p:nvPr/>
            </p:nvSpPr>
            <p:spPr>
              <a:xfrm rot="16200000">
                <a:off x="2369468" y="2075390"/>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pic>
            <p:nvPicPr>
              <p:cNvPr id="89" name="Picture 12">
                <a:extLst>
                  <a:ext uri="{FF2B5EF4-FFF2-40B4-BE49-F238E27FC236}">
                    <a16:creationId xmlns:a16="http://schemas.microsoft.com/office/drawing/2014/main" id="{384AFA17-E580-0955-8BE1-4E8D34A15FD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1060" r="28048"/>
              <a:stretch/>
            </p:blipFill>
            <p:spPr bwMode="auto">
              <a:xfrm>
                <a:off x="2417607" y="2577920"/>
                <a:ext cx="170336" cy="21546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0" name="Rounded Rectangle 89">
                <a:extLst>
                  <a:ext uri="{FF2B5EF4-FFF2-40B4-BE49-F238E27FC236}">
                    <a16:creationId xmlns:a16="http://schemas.microsoft.com/office/drawing/2014/main" id="{5CE33543-7B3E-03EB-B14D-2AF279E8FD47}"/>
                  </a:ext>
                </a:extLst>
              </p:cNvPr>
              <p:cNvSpPr/>
              <p:nvPr/>
            </p:nvSpPr>
            <p:spPr>
              <a:xfrm>
                <a:off x="3161024" y="2600727"/>
                <a:ext cx="941075" cy="172104"/>
              </a:xfrm>
              <a:prstGeom prst="roundRect">
                <a:avLst>
                  <a:gd name="adj" fmla="val 9551"/>
                </a:avLst>
              </a:prstGeom>
              <a:solidFill>
                <a:srgbClr val="00ADA4">
                  <a:lumMod val="20000"/>
                  <a:lumOff val="80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srgbClr val="1C1C1C"/>
                    </a:solidFill>
                    <a:effectLst/>
                    <a:uLnTx/>
                    <a:uFillTx/>
                    <a:latin typeface="Arial"/>
                    <a:ea typeface="游ゴシック"/>
                    <a:cs typeface="+mn-cs"/>
                  </a:rPr>
                  <a:t>Linux</a:t>
                </a:r>
              </a:p>
            </p:txBody>
          </p:sp>
          <p:pic>
            <p:nvPicPr>
              <p:cNvPr id="91" name="Picture 12">
                <a:extLst>
                  <a:ext uri="{FF2B5EF4-FFF2-40B4-BE49-F238E27FC236}">
                    <a16:creationId xmlns:a16="http://schemas.microsoft.com/office/drawing/2014/main" id="{2D1797D7-2136-0CD7-DA88-E3D400E6CE6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1060" r="28048"/>
              <a:stretch/>
            </p:blipFill>
            <p:spPr bwMode="auto">
              <a:xfrm>
                <a:off x="3346930" y="2579223"/>
                <a:ext cx="170336" cy="21546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92" name="Rounded Rectangle 91">
                <a:extLst>
                  <a:ext uri="{FF2B5EF4-FFF2-40B4-BE49-F238E27FC236}">
                    <a16:creationId xmlns:a16="http://schemas.microsoft.com/office/drawing/2014/main" id="{35415873-7716-02B5-A740-54E4DBC1969A}"/>
                  </a:ext>
                </a:extLst>
              </p:cNvPr>
              <p:cNvSpPr/>
              <p:nvPr/>
            </p:nvSpPr>
            <p:spPr>
              <a:xfrm rot="16200000">
                <a:off x="699386" y="2076159"/>
                <a:ext cx="808595" cy="172104"/>
              </a:xfrm>
              <a:prstGeom prst="roundRect">
                <a:avLst>
                  <a:gd name="adj" fmla="val 15085"/>
                </a:avLst>
              </a:prstGeom>
              <a:solidFill>
                <a:srgbClr val="00ADA4">
                  <a:lumMod val="20000"/>
                  <a:lumOff val="80000"/>
                  <a:alpha val="39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  </a:t>
                </a:r>
                <a:r>
                  <a:rPr kumimoji="0" lang="en-US" sz="800" b="0" i="0" u="none" strike="noStrike" kern="0" cap="none" spc="0" normalizeH="0" baseline="0" noProof="0" err="1">
                    <a:ln>
                      <a:noFill/>
                    </a:ln>
                    <a:solidFill>
                      <a:srgbClr val="1C1C1C"/>
                    </a:solidFill>
                    <a:effectLst/>
                    <a:uLnTx/>
                    <a:uFillTx/>
                    <a:latin typeface="Arial"/>
                    <a:ea typeface="游ゴシック"/>
                    <a:cs typeface="+mn-cs"/>
                  </a:rPr>
                  <a:t>VxKubelet</a:t>
                </a:r>
                <a:endParaRPr kumimoji="0" lang="en-US" sz="800" b="0" i="0" u="none" strike="noStrike" kern="0" cap="none" spc="0" normalizeH="0" baseline="0" noProof="0">
                  <a:ln>
                    <a:noFill/>
                  </a:ln>
                  <a:solidFill>
                    <a:srgbClr val="1C1C1C"/>
                  </a:solidFill>
                  <a:effectLst/>
                  <a:uLnTx/>
                  <a:uFillTx/>
                  <a:latin typeface="Arial"/>
                  <a:ea typeface="游ゴシック"/>
                  <a:cs typeface="+mn-cs"/>
                </a:endParaRPr>
              </a:p>
            </p:txBody>
          </p:sp>
          <p:sp>
            <p:nvSpPr>
              <p:cNvPr id="93" name="Rounded Rectangle 92">
                <a:extLst>
                  <a:ext uri="{FF2B5EF4-FFF2-40B4-BE49-F238E27FC236}">
                    <a16:creationId xmlns:a16="http://schemas.microsoft.com/office/drawing/2014/main" id="{0337BD8A-F5B0-0863-2573-8962F76A8DB8}"/>
                  </a:ext>
                </a:extLst>
              </p:cNvPr>
              <p:cNvSpPr/>
              <p:nvPr/>
            </p:nvSpPr>
            <p:spPr>
              <a:xfrm rot="16200000">
                <a:off x="1043510" y="1942121"/>
                <a:ext cx="808594" cy="434745"/>
              </a:xfrm>
              <a:prstGeom prst="roundRect">
                <a:avLst>
                  <a:gd name="adj" fmla="val 6312"/>
                </a:avLst>
              </a:prstGeom>
              <a:solidFill>
                <a:schemeClr val="accent1">
                  <a:lumMod val="85000"/>
                </a:scheme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C1C1C"/>
                  </a:solidFill>
                  <a:effectLst/>
                  <a:uLnTx/>
                  <a:uFillTx/>
                  <a:latin typeface="Arial"/>
                  <a:ea typeface="游ゴシック"/>
                  <a:cs typeface="+mn-cs"/>
                </a:endParaRPr>
              </a:p>
            </p:txBody>
          </p:sp>
          <p:sp>
            <p:nvSpPr>
              <p:cNvPr id="94" name="Rounded Rectangle 93">
                <a:extLst>
                  <a:ext uri="{FF2B5EF4-FFF2-40B4-BE49-F238E27FC236}">
                    <a16:creationId xmlns:a16="http://schemas.microsoft.com/office/drawing/2014/main" id="{CB40825A-DFCE-9787-ED7C-B001738ABE03}"/>
                  </a:ext>
                </a:extLst>
              </p:cNvPr>
              <p:cNvSpPr/>
              <p:nvPr/>
            </p:nvSpPr>
            <p:spPr>
              <a:xfrm rot="16200000">
                <a:off x="986623" y="2072675"/>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95" name="Rounded Rectangle 94">
                <a:extLst>
                  <a:ext uri="{FF2B5EF4-FFF2-40B4-BE49-F238E27FC236}">
                    <a16:creationId xmlns:a16="http://schemas.microsoft.com/office/drawing/2014/main" id="{DCE2692A-765D-B796-168D-975AD6C7DFF0}"/>
                  </a:ext>
                </a:extLst>
              </p:cNvPr>
              <p:cNvSpPr/>
              <p:nvPr/>
            </p:nvSpPr>
            <p:spPr>
              <a:xfrm rot="16200000">
                <a:off x="1184378" y="2072674"/>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96" name="Rounded Rectangle 95">
                <a:extLst>
                  <a:ext uri="{FF2B5EF4-FFF2-40B4-BE49-F238E27FC236}">
                    <a16:creationId xmlns:a16="http://schemas.microsoft.com/office/drawing/2014/main" id="{1A85D86A-D409-B415-AAD7-F9E84CE5FA51}"/>
                  </a:ext>
                </a:extLst>
              </p:cNvPr>
              <p:cNvSpPr/>
              <p:nvPr/>
            </p:nvSpPr>
            <p:spPr>
              <a:xfrm rot="16200000">
                <a:off x="1521195" y="1944839"/>
                <a:ext cx="808594" cy="434745"/>
              </a:xfrm>
              <a:prstGeom prst="roundRect">
                <a:avLst>
                  <a:gd name="adj" fmla="val 6312"/>
                </a:avLst>
              </a:prstGeom>
              <a:solidFill>
                <a:schemeClr val="accent1">
                  <a:lumMod val="85000"/>
                </a:scheme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C1C1C"/>
                  </a:solidFill>
                  <a:effectLst/>
                  <a:uLnTx/>
                  <a:uFillTx/>
                  <a:latin typeface="Arial"/>
                  <a:ea typeface="游ゴシック"/>
                  <a:cs typeface="+mn-cs"/>
                </a:endParaRPr>
              </a:p>
            </p:txBody>
          </p:sp>
          <p:sp>
            <p:nvSpPr>
              <p:cNvPr id="97" name="Rounded Rectangle 96">
                <a:extLst>
                  <a:ext uri="{FF2B5EF4-FFF2-40B4-BE49-F238E27FC236}">
                    <a16:creationId xmlns:a16="http://schemas.microsoft.com/office/drawing/2014/main" id="{38958DAB-AD63-2C5A-3EA6-AD7CF21C8FFA}"/>
                  </a:ext>
                </a:extLst>
              </p:cNvPr>
              <p:cNvSpPr/>
              <p:nvPr/>
            </p:nvSpPr>
            <p:spPr>
              <a:xfrm rot="16200000">
                <a:off x="1464308" y="2075393"/>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98" name="Rounded Rectangle 97">
                <a:extLst>
                  <a:ext uri="{FF2B5EF4-FFF2-40B4-BE49-F238E27FC236}">
                    <a16:creationId xmlns:a16="http://schemas.microsoft.com/office/drawing/2014/main" id="{FFD475F4-D2A8-1CEE-90F1-45672F5BFEF9}"/>
                  </a:ext>
                </a:extLst>
              </p:cNvPr>
              <p:cNvSpPr/>
              <p:nvPr/>
            </p:nvSpPr>
            <p:spPr>
              <a:xfrm rot="16200000">
                <a:off x="1662063" y="2075392"/>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pic>
            <p:nvPicPr>
              <p:cNvPr id="99" name="Picture 2" descr="Kubernetes Logo transparent PNG - StickPNG">
                <a:extLst>
                  <a:ext uri="{FF2B5EF4-FFF2-40B4-BE49-F238E27FC236}">
                    <a16:creationId xmlns:a16="http://schemas.microsoft.com/office/drawing/2014/main" id="{272283C8-E75C-A6D7-B1CF-54D320CD9F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1943" y="2416249"/>
                <a:ext cx="123371" cy="12337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0" name="Rounded Rectangle 99">
                <a:extLst>
                  <a:ext uri="{FF2B5EF4-FFF2-40B4-BE49-F238E27FC236}">
                    <a16:creationId xmlns:a16="http://schemas.microsoft.com/office/drawing/2014/main" id="{C3D510B8-9D55-8154-72DB-35F513A12CC9}"/>
                  </a:ext>
                </a:extLst>
              </p:cNvPr>
              <p:cNvSpPr/>
              <p:nvPr/>
            </p:nvSpPr>
            <p:spPr>
              <a:xfrm rot="16200000">
                <a:off x="2580073" y="2050130"/>
                <a:ext cx="808594" cy="216695"/>
              </a:xfrm>
              <a:prstGeom prst="roundRect">
                <a:avLst>
                  <a:gd name="adj" fmla="val 14031"/>
                </a:avLst>
              </a:prstGeom>
              <a:solidFill>
                <a:srgbClr val="00ADA4">
                  <a:lumMod val="20000"/>
                  <a:lumOff val="80000"/>
                  <a:alpha val="47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        Registry</a:t>
                </a:r>
              </a:p>
            </p:txBody>
          </p:sp>
          <p:pic>
            <p:nvPicPr>
              <p:cNvPr id="101" name="Picture 2" descr="Storage device - Free technology icons">
                <a:extLst>
                  <a:ext uri="{FF2B5EF4-FFF2-40B4-BE49-F238E27FC236}">
                    <a16:creationId xmlns:a16="http://schemas.microsoft.com/office/drawing/2014/main" id="{8786F93B-FCD2-65C1-E919-0FFA115E36A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02247" y="2315845"/>
                <a:ext cx="170567" cy="170567"/>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2" name="Rounded Rectangle 101">
                <a:extLst>
                  <a:ext uri="{FF2B5EF4-FFF2-40B4-BE49-F238E27FC236}">
                    <a16:creationId xmlns:a16="http://schemas.microsoft.com/office/drawing/2014/main" id="{094F09EB-937F-92AE-3813-1920393627EB}"/>
                  </a:ext>
                </a:extLst>
              </p:cNvPr>
              <p:cNvSpPr/>
              <p:nvPr/>
            </p:nvSpPr>
            <p:spPr>
              <a:xfrm rot="16200000">
                <a:off x="2851304" y="2067425"/>
                <a:ext cx="808595" cy="172104"/>
              </a:xfrm>
              <a:prstGeom prst="roundRect">
                <a:avLst>
                  <a:gd name="adj" fmla="val 15085"/>
                </a:avLst>
              </a:prstGeom>
              <a:solidFill>
                <a:srgbClr val="00ADA4">
                  <a:lumMod val="20000"/>
                  <a:lumOff val="80000"/>
                  <a:alpha val="39000"/>
                </a:srgb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  </a:t>
                </a:r>
                <a:r>
                  <a:rPr kumimoji="0" lang="en-US" sz="800" b="0" i="0" u="none" strike="noStrike" kern="0" cap="none" spc="0" normalizeH="0" baseline="0" noProof="0" err="1">
                    <a:ln>
                      <a:noFill/>
                    </a:ln>
                    <a:solidFill>
                      <a:srgbClr val="1C1C1C"/>
                    </a:solidFill>
                    <a:effectLst/>
                    <a:uLnTx/>
                    <a:uFillTx/>
                    <a:latin typeface="Arial"/>
                    <a:ea typeface="游ゴシック"/>
                    <a:cs typeface="+mn-cs"/>
                  </a:rPr>
                  <a:t>Kubelet</a:t>
                </a:r>
                <a:endParaRPr kumimoji="0" lang="en-US" sz="800" b="0" i="0" u="none" strike="noStrike" kern="0" cap="none" spc="0" normalizeH="0" baseline="0" noProof="0">
                  <a:ln>
                    <a:noFill/>
                  </a:ln>
                  <a:solidFill>
                    <a:srgbClr val="1C1C1C"/>
                  </a:solidFill>
                  <a:effectLst/>
                  <a:uLnTx/>
                  <a:uFillTx/>
                  <a:latin typeface="Arial"/>
                  <a:ea typeface="游ゴシック"/>
                  <a:cs typeface="+mn-cs"/>
                </a:endParaRPr>
              </a:p>
            </p:txBody>
          </p:sp>
          <p:sp>
            <p:nvSpPr>
              <p:cNvPr id="103" name="Rounded Rectangle 102">
                <a:extLst>
                  <a:ext uri="{FF2B5EF4-FFF2-40B4-BE49-F238E27FC236}">
                    <a16:creationId xmlns:a16="http://schemas.microsoft.com/office/drawing/2014/main" id="{EDAFA8A1-AD6A-3DF0-4980-849A53A54A5D}"/>
                  </a:ext>
                </a:extLst>
              </p:cNvPr>
              <p:cNvSpPr/>
              <p:nvPr/>
            </p:nvSpPr>
            <p:spPr>
              <a:xfrm rot="16200000">
                <a:off x="3195428" y="1933387"/>
                <a:ext cx="808594" cy="434745"/>
              </a:xfrm>
              <a:prstGeom prst="roundRect">
                <a:avLst>
                  <a:gd name="adj" fmla="val 6312"/>
                </a:avLst>
              </a:prstGeom>
              <a:solidFill>
                <a:schemeClr val="accent1">
                  <a:lumMod val="85000"/>
                </a:scheme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C1C1C"/>
                  </a:solidFill>
                  <a:effectLst/>
                  <a:uLnTx/>
                  <a:uFillTx/>
                  <a:latin typeface="Arial"/>
                  <a:ea typeface="游ゴシック"/>
                  <a:cs typeface="+mn-cs"/>
                </a:endParaRPr>
              </a:p>
            </p:txBody>
          </p:sp>
          <p:sp>
            <p:nvSpPr>
              <p:cNvPr id="104" name="Rounded Rectangle 103">
                <a:extLst>
                  <a:ext uri="{FF2B5EF4-FFF2-40B4-BE49-F238E27FC236}">
                    <a16:creationId xmlns:a16="http://schemas.microsoft.com/office/drawing/2014/main" id="{A127722D-94E0-AB84-362D-2976B0A7507B}"/>
                  </a:ext>
                </a:extLst>
              </p:cNvPr>
              <p:cNvSpPr/>
              <p:nvPr/>
            </p:nvSpPr>
            <p:spPr>
              <a:xfrm rot="16200000">
                <a:off x="3138541" y="2063941"/>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sp>
            <p:nvSpPr>
              <p:cNvPr id="105" name="Rounded Rectangle 104">
                <a:extLst>
                  <a:ext uri="{FF2B5EF4-FFF2-40B4-BE49-F238E27FC236}">
                    <a16:creationId xmlns:a16="http://schemas.microsoft.com/office/drawing/2014/main" id="{63F41DD1-067B-0AB5-D07F-BEE7DD22E864}"/>
                  </a:ext>
                </a:extLst>
              </p:cNvPr>
              <p:cNvSpPr/>
              <p:nvPr/>
            </p:nvSpPr>
            <p:spPr>
              <a:xfrm rot="16200000">
                <a:off x="3336296" y="2063940"/>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pic>
            <p:nvPicPr>
              <p:cNvPr id="106" name="Picture 2" descr="Kubernetes Logo transparent PNG - StickPNG">
                <a:extLst>
                  <a:ext uri="{FF2B5EF4-FFF2-40B4-BE49-F238E27FC236}">
                    <a16:creationId xmlns:a16="http://schemas.microsoft.com/office/drawing/2014/main" id="{50A2832A-E052-C3AF-DE52-949D0E6102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861" y="2407515"/>
                <a:ext cx="123371" cy="12337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7" name="Rounded Rectangle 106">
                <a:extLst>
                  <a:ext uri="{FF2B5EF4-FFF2-40B4-BE49-F238E27FC236}">
                    <a16:creationId xmlns:a16="http://schemas.microsoft.com/office/drawing/2014/main" id="{6104CC1F-966E-9FBC-8EFF-DC704D2064D7}"/>
                  </a:ext>
                </a:extLst>
              </p:cNvPr>
              <p:cNvSpPr/>
              <p:nvPr/>
            </p:nvSpPr>
            <p:spPr>
              <a:xfrm rot="16200000">
                <a:off x="3575678" y="2027672"/>
                <a:ext cx="808594" cy="244249"/>
              </a:xfrm>
              <a:prstGeom prst="roundRect">
                <a:avLst>
                  <a:gd name="adj" fmla="val 6312"/>
                </a:avLst>
              </a:prstGeom>
              <a:solidFill>
                <a:schemeClr val="accent1">
                  <a:lumMod val="85000"/>
                </a:schemeClr>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C1C1C"/>
                  </a:solidFill>
                  <a:effectLst/>
                  <a:uLnTx/>
                  <a:uFillTx/>
                  <a:latin typeface="Arial"/>
                  <a:ea typeface="游ゴシック"/>
                  <a:cs typeface="+mn-cs"/>
                </a:endParaRPr>
              </a:p>
            </p:txBody>
          </p:sp>
          <p:sp>
            <p:nvSpPr>
              <p:cNvPr id="108" name="Rounded Rectangle 107">
                <a:extLst>
                  <a:ext uri="{FF2B5EF4-FFF2-40B4-BE49-F238E27FC236}">
                    <a16:creationId xmlns:a16="http://schemas.microsoft.com/office/drawing/2014/main" id="{59FBD9ED-6718-8A65-27FC-647FEB51EE46}"/>
                  </a:ext>
                </a:extLst>
              </p:cNvPr>
              <p:cNvSpPr/>
              <p:nvPr/>
            </p:nvSpPr>
            <p:spPr>
              <a:xfrm rot="16200000">
                <a:off x="3617213" y="2062978"/>
                <a:ext cx="720457" cy="172104"/>
              </a:xfrm>
              <a:prstGeom prst="roundRect">
                <a:avLst>
                  <a:gd name="adj" fmla="val 16930"/>
                </a:avLst>
              </a:prstGeom>
              <a:solidFill>
                <a:srgbClr val="FFFFFF"/>
              </a:solidFill>
              <a:ln w="12700" cap="flat" cmpd="sng" algn="ctr">
                <a:solidFill>
                  <a:schemeClr val="accent3">
                    <a:lumMod val="75000"/>
                  </a:schemeClr>
                </a:solidFill>
                <a:prstDash val="solid"/>
                <a:miter lim="800000"/>
              </a:ln>
              <a:effectLst/>
            </p:spPr>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1C1C1C"/>
                    </a:solidFill>
                    <a:effectLst/>
                    <a:uLnTx/>
                    <a:uFillTx/>
                    <a:latin typeface="Arial"/>
                    <a:ea typeface="游ゴシック"/>
                    <a:cs typeface="+mn-cs"/>
                  </a:rPr>
                  <a:t>Container</a:t>
                </a:r>
              </a:p>
            </p:txBody>
          </p:sp>
          <p:cxnSp>
            <p:nvCxnSpPr>
              <p:cNvPr id="109" name="Elbow Connector 108">
                <a:extLst>
                  <a:ext uri="{FF2B5EF4-FFF2-40B4-BE49-F238E27FC236}">
                    <a16:creationId xmlns:a16="http://schemas.microsoft.com/office/drawing/2014/main" id="{F482A997-B5AC-8F4C-EC8E-108AFC7A001E}"/>
                  </a:ext>
                </a:extLst>
              </p:cNvPr>
              <p:cNvCxnSpPr>
                <a:cxnSpLocks/>
                <a:stCxn id="102" idx="3"/>
                <a:endCxn id="74" idx="3"/>
              </p:cNvCxnSpPr>
              <p:nvPr/>
            </p:nvCxnSpPr>
            <p:spPr>
              <a:xfrm rot="16200000" flipH="1" flipV="1">
                <a:off x="2772219" y="1274530"/>
                <a:ext cx="8734" cy="958033"/>
              </a:xfrm>
              <a:prstGeom prst="bentConnector3">
                <a:avLst>
                  <a:gd name="adj1" fmla="val -2236822"/>
                </a:avLst>
              </a:prstGeom>
              <a:noFill/>
              <a:ln w="19050" cap="flat" cmpd="sng" algn="ctr">
                <a:solidFill>
                  <a:schemeClr val="accent3">
                    <a:lumMod val="60000"/>
                    <a:lumOff val="40000"/>
                  </a:schemeClr>
                </a:solidFill>
                <a:prstDash val="sysDot"/>
                <a:miter lim="800000"/>
                <a:headEnd type="oval"/>
                <a:tailEnd type="oval"/>
              </a:ln>
              <a:effectLst/>
            </p:spPr>
          </p:cxnSp>
          <p:cxnSp>
            <p:nvCxnSpPr>
              <p:cNvPr id="110" name="Elbow Connector 109">
                <a:extLst>
                  <a:ext uri="{FF2B5EF4-FFF2-40B4-BE49-F238E27FC236}">
                    <a16:creationId xmlns:a16="http://schemas.microsoft.com/office/drawing/2014/main" id="{07D0A7C0-8863-7523-4C7F-1F02A6CA3FCB}"/>
                  </a:ext>
                </a:extLst>
              </p:cNvPr>
              <p:cNvCxnSpPr>
                <a:cxnSpLocks/>
                <a:stCxn id="74" idx="3"/>
                <a:endCxn id="92" idx="3"/>
              </p:cNvCxnSpPr>
              <p:nvPr/>
            </p:nvCxnSpPr>
            <p:spPr>
              <a:xfrm rot="16200000" flipV="1">
                <a:off x="1700627" y="1160971"/>
                <a:ext cx="12700" cy="1193885"/>
              </a:xfrm>
              <a:prstGeom prst="bentConnector3">
                <a:avLst>
                  <a:gd name="adj1" fmla="val 1677953"/>
                </a:avLst>
              </a:prstGeom>
              <a:noFill/>
              <a:ln w="19050" cap="flat" cmpd="sng" algn="ctr">
                <a:solidFill>
                  <a:schemeClr val="accent3">
                    <a:lumMod val="60000"/>
                    <a:lumOff val="40000"/>
                  </a:schemeClr>
                </a:solidFill>
                <a:prstDash val="sysDot"/>
                <a:miter lim="800000"/>
                <a:headEnd type="oval"/>
                <a:tailEnd type="oval"/>
              </a:ln>
              <a:effectLst/>
            </p:spPr>
          </p:cxnSp>
        </p:grpSp>
        <p:pic>
          <p:nvPicPr>
            <p:cNvPr id="112" name="Picture 111">
              <a:extLst>
                <a:ext uri="{FF2B5EF4-FFF2-40B4-BE49-F238E27FC236}">
                  <a16:creationId xmlns:a16="http://schemas.microsoft.com/office/drawing/2014/main" id="{A2FEB866-9D19-A7E9-379A-F4A30CA74188}"/>
                </a:ext>
              </a:extLst>
            </p:cNvPr>
            <p:cNvPicPr>
              <a:picLocks noChangeAspect="1"/>
            </p:cNvPicPr>
            <p:nvPr/>
          </p:nvPicPr>
          <p:blipFill>
            <a:blip r:embed="rId14">
              <a:duotone>
                <a:prstClr val="black"/>
                <a:schemeClr val="tx2">
                  <a:tint val="45000"/>
                  <a:satMod val="400000"/>
                </a:schemeClr>
              </a:duotone>
            </a:blip>
            <a:stretch>
              <a:fillRect/>
            </a:stretch>
          </p:blipFill>
          <p:spPr>
            <a:xfrm>
              <a:off x="11689985" y="3874576"/>
              <a:ext cx="237569" cy="291563"/>
            </a:xfrm>
            <a:prstGeom prst="rect">
              <a:avLst/>
            </a:prstGeom>
            <a:ln>
              <a:noFill/>
            </a:ln>
          </p:spPr>
        </p:pic>
        <p:pic>
          <p:nvPicPr>
            <p:cNvPr id="113" name="Picture 112">
              <a:extLst>
                <a:ext uri="{FF2B5EF4-FFF2-40B4-BE49-F238E27FC236}">
                  <a16:creationId xmlns:a16="http://schemas.microsoft.com/office/drawing/2014/main" id="{230ED5B2-EA51-E6E3-0948-F1C2249EB651}"/>
                </a:ext>
              </a:extLst>
            </p:cNvPr>
            <p:cNvPicPr>
              <a:picLocks noChangeAspect="1"/>
            </p:cNvPicPr>
            <p:nvPr/>
          </p:nvPicPr>
          <p:blipFill>
            <a:blip r:embed="rId15">
              <a:duotone>
                <a:prstClr val="black"/>
                <a:schemeClr val="tx2">
                  <a:tint val="45000"/>
                  <a:satMod val="400000"/>
                </a:schemeClr>
              </a:duotone>
            </a:blip>
            <a:stretch>
              <a:fillRect/>
            </a:stretch>
          </p:blipFill>
          <p:spPr>
            <a:xfrm>
              <a:off x="11768416" y="4126877"/>
              <a:ext cx="293190" cy="298425"/>
            </a:xfrm>
            <a:prstGeom prst="rect">
              <a:avLst/>
            </a:prstGeom>
            <a:ln>
              <a:noFill/>
            </a:ln>
          </p:spPr>
        </p:pic>
        <p:pic>
          <p:nvPicPr>
            <p:cNvPr id="114" name="Picture 113">
              <a:extLst>
                <a:ext uri="{FF2B5EF4-FFF2-40B4-BE49-F238E27FC236}">
                  <a16:creationId xmlns:a16="http://schemas.microsoft.com/office/drawing/2014/main" id="{9B69C109-F720-A0C4-D437-D95120C5F9AE}"/>
                </a:ext>
              </a:extLst>
            </p:cNvPr>
            <p:cNvPicPr>
              <a:picLocks noChangeAspect="1"/>
            </p:cNvPicPr>
            <p:nvPr/>
          </p:nvPicPr>
          <p:blipFill>
            <a:blip r:embed="rId16">
              <a:duotone>
                <a:prstClr val="black"/>
                <a:schemeClr val="tx2">
                  <a:tint val="45000"/>
                  <a:satMod val="400000"/>
                </a:schemeClr>
              </a:duotone>
            </a:blip>
            <a:stretch>
              <a:fillRect/>
            </a:stretch>
          </p:blipFill>
          <p:spPr>
            <a:xfrm>
              <a:off x="11587327" y="3651734"/>
              <a:ext cx="251971" cy="265715"/>
            </a:xfrm>
            <a:prstGeom prst="rect">
              <a:avLst/>
            </a:prstGeom>
            <a:ln>
              <a:noFill/>
            </a:ln>
          </p:spPr>
        </p:pic>
        <p:cxnSp>
          <p:nvCxnSpPr>
            <p:cNvPr id="115" name="Straight Connector 114">
              <a:extLst>
                <a:ext uri="{FF2B5EF4-FFF2-40B4-BE49-F238E27FC236}">
                  <a16:creationId xmlns:a16="http://schemas.microsoft.com/office/drawing/2014/main" id="{5C422CAB-8D3E-8235-DCA9-E877A814C84E}"/>
                </a:ext>
              </a:extLst>
            </p:cNvPr>
            <p:cNvCxnSpPr>
              <a:cxnSpLocks/>
            </p:cNvCxnSpPr>
            <p:nvPr/>
          </p:nvCxnSpPr>
          <p:spPr>
            <a:xfrm flipH="1">
              <a:off x="11396081" y="4007023"/>
              <a:ext cx="343437" cy="0"/>
            </a:xfrm>
            <a:prstGeom prst="line">
              <a:avLst/>
            </a:prstGeom>
            <a:noFill/>
            <a:ln w="15875" cap="flat" cmpd="sng" algn="ctr">
              <a:solidFill>
                <a:schemeClr val="accent3">
                  <a:lumMod val="60000"/>
                  <a:lumOff val="40000"/>
                </a:schemeClr>
              </a:solidFill>
              <a:prstDash val="solid"/>
            </a:ln>
            <a:effectLst/>
          </p:spPr>
        </p:cxnSp>
        <p:cxnSp>
          <p:nvCxnSpPr>
            <p:cNvPr id="116" name="Straight Connector 115">
              <a:extLst>
                <a:ext uri="{FF2B5EF4-FFF2-40B4-BE49-F238E27FC236}">
                  <a16:creationId xmlns:a16="http://schemas.microsoft.com/office/drawing/2014/main" id="{28DEAE0C-C4A2-2E5D-F6DE-FBBEE90CCBD8}"/>
                </a:ext>
              </a:extLst>
            </p:cNvPr>
            <p:cNvCxnSpPr>
              <a:cxnSpLocks/>
            </p:cNvCxnSpPr>
            <p:nvPr/>
          </p:nvCxnSpPr>
          <p:spPr>
            <a:xfrm flipH="1">
              <a:off x="11396081" y="4255135"/>
              <a:ext cx="422448" cy="0"/>
            </a:xfrm>
            <a:prstGeom prst="line">
              <a:avLst/>
            </a:prstGeom>
            <a:noFill/>
            <a:ln w="15875" cap="flat" cmpd="sng" algn="ctr">
              <a:solidFill>
                <a:schemeClr val="accent3">
                  <a:lumMod val="60000"/>
                  <a:lumOff val="40000"/>
                </a:schemeClr>
              </a:solidFill>
              <a:prstDash val="solid"/>
            </a:ln>
            <a:effectLst/>
          </p:spPr>
        </p:cxnSp>
        <p:cxnSp>
          <p:nvCxnSpPr>
            <p:cNvPr id="117" name="Straight Connector 88">
              <a:extLst>
                <a:ext uri="{FF2B5EF4-FFF2-40B4-BE49-F238E27FC236}">
                  <a16:creationId xmlns:a16="http://schemas.microsoft.com/office/drawing/2014/main" id="{C24046BD-E26B-F107-CD69-DEE49CB545B8}"/>
                </a:ext>
              </a:extLst>
            </p:cNvPr>
            <p:cNvCxnSpPr>
              <a:cxnSpLocks/>
            </p:cNvCxnSpPr>
            <p:nvPr/>
          </p:nvCxnSpPr>
          <p:spPr>
            <a:xfrm flipH="1">
              <a:off x="11396081" y="3775837"/>
              <a:ext cx="231995" cy="2894"/>
            </a:xfrm>
            <a:prstGeom prst="line">
              <a:avLst/>
            </a:prstGeom>
            <a:noFill/>
            <a:ln w="15875" cap="flat" cmpd="sng" algn="ctr">
              <a:solidFill>
                <a:schemeClr val="accent3">
                  <a:lumMod val="60000"/>
                  <a:lumOff val="40000"/>
                </a:schemeClr>
              </a:solidFill>
              <a:prstDash val="solid"/>
            </a:ln>
            <a:effectLst/>
          </p:spPr>
        </p:cxnSp>
        <p:cxnSp>
          <p:nvCxnSpPr>
            <p:cNvPr id="31" name="Elbow Connector 30">
              <a:extLst>
                <a:ext uri="{FF2B5EF4-FFF2-40B4-BE49-F238E27FC236}">
                  <a16:creationId xmlns:a16="http://schemas.microsoft.com/office/drawing/2014/main" id="{32AC7E18-5F5D-7986-0C2B-93B42C5230E9}"/>
                </a:ext>
              </a:extLst>
            </p:cNvPr>
            <p:cNvCxnSpPr>
              <a:cxnSpLocks/>
              <a:stCxn id="17" idx="2"/>
            </p:cNvCxnSpPr>
            <p:nvPr/>
          </p:nvCxnSpPr>
          <p:spPr>
            <a:xfrm rot="5400000">
              <a:off x="7723256" y="3154848"/>
              <a:ext cx="1033040" cy="4193766"/>
            </a:xfrm>
            <a:prstGeom prst="bentConnector2">
              <a:avLst/>
            </a:prstGeom>
            <a:noFill/>
            <a:ln w="19050" cap="flat" cmpd="sng" algn="ctr">
              <a:solidFill>
                <a:schemeClr val="accent3">
                  <a:lumMod val="60000"/>
                  <a:lumOff val="40000"/>
                </a:schemeClr>
              </a:solidFill>
              <a:prstDash val="sysDot"/>
              <a:miter lim="800000"/>
              <a:headEnd type="oval"/>
              <a:tailEnd type="oval"/>
            </a:ln>
            <a:effectLst/>
          </p:spPr>
        </p:cxnSp>
        <p:cxnSp>
          <p:nvCxnSpPr>
            <p:cNvPr id="118" name="Elbow Connector 117">
              <a:extLst>
                <a:ext uri="{FF2B5EF4-FFF2-40B4-BE49-F238E27FC236}">
                  <a16:creationId xmlns:a16="http://schemas.microsoft.com/office/drawing/2014/main" id="{A8E17655-DFCB-67CB-236A-48DC15A1B583}"/>
                </a:ext>
              </a:extLst>
            </p:cNvPr>
            <p:cNvCxnSpPr>
              <a:cxnSpLocks/>
            </p:cNvCxnSpPr>
            <p:nvPr/>
          </p:nvCxnSpPr>
          <p:spPr>
            <a:xfrm rot="16200000" flipH="1">
              <a:off x="1654244" y="4180947"/>
              <a:ext cx="2180342" cy="448494"/>
            </a:xfrm>
            <a:prstGeom prst="bentConnector3">
              <a:avLst>
                <a:gd name="adj1" fmla="val 25330"/>
              </a:avLst>
            </a:prstGeom>
            <a:noFill/>
            <a:ln w="19050" cap="flat" cmpd="sng" algn="ctr">
              <a:solidFill>
                <a:schemeClr val="accent3">
                  <a:lumMod val="60000"/>
                  <a:lumOff val="40000"/>
                </a:schemeClr>
              </a:solidFill>
              <a:prstDash val="sysDot"/>
              <a:miter lim="800000"/>
              <a:headEnd type="oval"/>
              <a:tailEnd type="oval"/>
            </a:ln>
            <a:effectLst/>
          </p:spPr>
        </p:cxnSp>
        <p:sp>
          <p:nvSpPr>
            <p:cNvPr id="124" name="Rectangle 123">
              <a:extLst>
                <a:ext uri="{FF2B5EF4-FFF2-40B4-BE49-F238E27FC236}">
                  <a16:creationId xmlns:a16="http://schemas.microsoft.com/office/drawing/2014/main" id="{278426F2-BB0D-3CE4-0F01-61ACB7909912}"/>
                </a:ext>
              </a:extLst>
            </p:cNvPr>
            <p:cNvSpPr/>
            <p:nvPr/>
          </p:nvSpPr>
          <p:spPr>
            <a:xfrm>
              <a:off x="3782577" y="5683928"/>
              <a:ext cx="434746" cy="2722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white"/>
                </a:solidFill>
                <a:effectLst/>
                <a:uLnTx/>
                <a:uFillTx/>
                <a:latin typeface="Arial"/>
                <a:ea typeface="游ゴシック"/>
                <a:cs typeface="+mn-cs"/>
              </a:endParaRPr>
            </a:p>
          </p:txBody>
        </p:sp>
      </p:grpSp>
      <p:pic>
        <p:nvPicPr>
          <p:cNvPr id="131" name="Picture 130" descr="A picture containing drawing, light&#10;&#10;Description automatically generated">
            <a:extLst>
              <a:ext uri="{FF2B5EF4-FFF2-40B4-BE49-F238E27FC236}">
                <a16:creationId xmlns:a16="http://schemas.microsoft.com/office/drawing/2014/main" id="{1EB41CD8-EEF5-D034-5EAA-C3B68C57CD21}"/>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511998" y="6391736"/>
            <a:ext cx="1089974" cy="247616"/>
          </a:xfrm>
          <a:prstGeom prst="rect">
            <a:avLst/>
          </a:prstGeom>
        </p:spPr>
      </p:pic>
      <p:sp>
        <p:nvSpPr>
          <p:cNvPr id="2" name="Text Placeholder 5">
            <a:extLst>
              <a:ext uri="{FF2B5EF4-FFF2-40B4-BE49-F238E27FC236}">
                <a16:creationId xmlns:a16="http://schemas.microsoft.com/office/drawing/2014/main" id="{A3471B7A-C9C2-9592-EEED-35A0D18303DF}"/>
              </a:ext>
            </a:extLst>
          </p:cNvPr>
          <p:cNvSpPr txBox="1">
            <a:spLocks/>
          </p:cNvSpPr>
          <p:nvPr/>
        </p:nvSpPr>
        <p:spPr>
          <a:xfrm rot="16200000">
            <a:off x="-771248" y="1010864"/>
            <a:ext cx="2241201" cy="221261"/>
          </a:xfrm>
          <a:prstGeom prst="rect">
            <a:avLst/>
          </a:prstGeom>
        </p:spPr>
        <p:txBody>
          <a:bodyPr/>
          <a:lstStyle>
            <a:lvl1pPr marL="228531" indent="-228531" algn="l" defTabSz="914126" rtl="0" eaLnBrk="1" latinLnBrk="0" hangingPunct="1">
              <a:lnSpc>
                <a:spcPct val="90000"/>
              </a:lnSpc>
              <a:spcBef>
                <a:spcPts val="1000"/>
              </a:spcBef>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1pPr>
            <a:lvl2pPr marL="685594" indent="-228531" algn="l" defTabSz="914126" rtl="0" eaLnBrk="1" latinLnBrk="0" hangingPunct="1">
              <a:lnSpc>
                <a:spcPct val="90000"/>
              </a:lnSpc>
              <a:spcBef>
                <a:spcPts val="500"/>
              </a:spcBef>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2pPr>
            <a:lvl3pPr marL="1142657" indent="-228531" algn="l" defTabSz="914126" rtl="0" eaLnBrk="1" latinLnBrk="0" hangingPunct="1">
              <a:lnSpc>
                <a:spcPct val="90000"/>
              </a:lnSpc>
              <a:spcBef>
                <a:spcPts val="500"/>
              </a:spcBef>
              <a:buFont typeface="Arial" panose="020B0604020202020204" pitchFamily="34" charset="0"/>
              <a:buChar char="•"/>
              <a:defRPr sz="1200" kern="1200">
                <a:solidFill>
                  <a:schemeClr val="bg1"/>
                </a:solidFill>
                <a:latin typeface="Arial" panose="020B0604020202020204" pitchFamily="34" charset="0"/>
                <a:ea typeface="+mn-ea"/>
                <a:cs typeface="Arial" panose="020B0604020202020204" pitchFamily="34" charset="0"/>
              </a:defRPr>
            </a:lvl3pPr>
            <a:lvl4pPr marL="1599720" indent="-228531" algn="l" defTabSz="914126" rtl="0" eaLnBrk="1" latinLnBrk="0" hangingPunct="1">
              <a:lnSpc>
                <a:spcPct val="90000"/>
              </a:lnSpc>
              <a:spcBef>
                <a:spcPts val="500"/>
              </a:spcBef>
              <a:buFont typeface="Arial" panose="020B0604020202020204" pitchFamily="34" charset="0"/>
              <a:buChar char="•"/>
              <a:defRPr sz="1100" kern="1200">
                <a:solidFill>
                  <a:schemeClr val="bg1"/>
                </a:solidFill>
                <a:latin typeface="Arial" panose="020B0604020202020204" pitchFamily="34" charset="0"/>
                <a:ea typeface="+mn-ea"/>
                <a:cs typeface="Arial" panose="020B0604020202020204" pitchFamily="34" charset="0"/>
              </a:defRPr>
            </a:lvl4pPr>
            <a:lvl5pPr marL="2056783" indent="-228531" algn="l" defTabSz="914126" rtl="0" eaLnBrk="1" latinLnBrk="0" hangingPunct="1">
              <a:lnSpc>
                <a:spcPct val="90000"/>
              </a:lnSpc>
              <a:spcBef>
                <a:spcPts val="500"/>
              </a:spcBef>
              <a:buFont typeface="Arial" panose="020B0604020202020204" pitchFamily="34" charset="0"/>
              <a:buChar char="•"/>
              <a:defRPr sz="1100" kern="1200">
                <a:solidFill>
                  <a:schemeClr val="bg1"/>
                </a:solidFill>
                <a:latin typeface="Arial" panose="020B0604020202020204" pitchFamily="34" charset="0"/>
                <a:ea typeface="+mn-ea"/>
                <a:cs typeface="Arial" panose="020B0604020202020204" pitchFamily="34"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GB" sz="900">
                <a:solidFill>
                  <a:schemeClr val="bg2"/>
                </a:solidFill>
              </a:rPr>
              <a:t>TECHNOLOGY OFFICE</a:t>
            </a:r>
          </a:p>
        </p:txBody>
      </p:sp>
      <p:pic>
        <p:nvPicPr>
          <p:cNvPr id="1026" name="Picture 2" descr="eLxr logo">
            <a:extLst>
              <a:ext uri="{FF2B5EF4-FFF2-40B4-BE49-F238E27FC236}">
                <a16:creationId xmlns:a16="http://schemas.microsoft.com/office/drawing/2014/main" id="{74EEF9F5-AA5E-2168-D4FA-06A0E38A2DB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181254" y="2533883"/>
            <a:ext cx="374947" cy="19997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Universal Robots UR5 | Robuster, flexibler kollaborativer Roboterarm.">
            <a:extLst>
              <a:ext uri="{FF2B5EF4-FFF2-40B4-BE49-F238E27FC236}">
                <a16:creationId xmlns:a16="http://schemas.microsoft.com/office/drawing/2014/main" id="{DF1A558B-D4CF-1465-D19E-4F37A9DD162C}"/>
              </a:ext>
            </a:extLst>
          </p:cNvPr>
          <p:cNvPicPr>
            <a:picLocks noChangeAspect="1"/>
          </p:cNvPicPr>
          <p:nvPr/>
        </p:nvPicPr>
        <p:blipFill>
          <a:blip r:embed="rId19"/>
          <a:stretch>
            <a:fillRect/>
          </a:stretch>
        </p:blipFill>
        <p:spPr>
          <a:xfrm>
            <a:off x="3140083" y="4091231"/>
            <a:ext cx="2543521" cy="2544848"/>
          </a:xfrm>
          <a:prstGeom prst="rect">
            <a:avLst/>
          </a:prstGeom>
        </p:spPr>
      </p:pic>
    </p:spTree>
    <p:extLst>
      <p:ext uri="{BB962C8B-B14F-4D97-AF65-F5344CB8AC3E}">
        <p14:creationId xmlns:p14="http://schemas.microsoft.com/office/powerpoint/2010/main" val="11650381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30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55F114-EFF7-4440-85DB-D288EDD20DD3}"/>
              </a:ext>
            </a:extLst>
          </p:cNvPr>
          <p:cNvSpPr>
            <a:spLocks noGrp="1"/>
          </p:cNvSpPr>
          <p:nvPr>
            <p:ph type="body" sz="quarter" idx="14"/>
          </p:nvPr>
        </p:nvSpPr>
        <p:spPr/>
        <p:txBody>
          <a:bodyPr/>
          <a:lstStyle/>
          <a:p>
            <a:r>
              <a:rPr lang="en-US" sz="3150" cap="all" dirty="0" err="1">
                <a:latin typeface="Arial"/>
                <a:cs typeface="Arial"/>
              </a:rPr>
              <a:t>VxWOrks</a:t>
            </a:r>
            <a:r>
              <a:rPr lang="en-US" sz="3150" cap="all" dirty="0">
                <a:latin typeface="Arial"/>
                <a:cs typeface="Arial"/>
              </a:rPr>
              <a:t> / </a:t>
            </a:r>
            <a:r>
              <a:rPr lang="en-US" sz="3150" cap="all" dirty="0" err="1">
                <a:latin typeface="Arial"/>
                <a:cs typeface="Arial"/>
              </a:rPr>
              <a:t>LiNUX</a:t>
            </a:r>
            <a:r>
              <a:rPr lang="en-US" sz="3150" cap="all" dirty="0">
                <a:latin typeface="Arial"/>
                <a:cs typeface="Arial"/>
              </a:rPr>
              <a:t> KUBERNETES</a:t>
            </a:r>
            <a:endParaRPr lang="en-US" sz="3150" cap="all" dirty="0" err="1"/>
          </a:p>
        </p:txBody>
      </p:sp>
      <p:grpSp>
        <p:nvGrpSpPr>
          <p:cNvPr id="5" name="Group 4">
            <a:extLst>
              <a:ext uri="{FF2B5EF4-FFF2-40B4-BE49-F238E27FC236}">
                <a16:creationId xmlns:a16="http://schemas.microsoft.com/office/drawing/2014/main" id="{CBBF78B2-7C6F-480E-AC88-D226E21FF61F}"/>
              </a:ext>
            </a:extLst>
          </p:cNvPr>
          <p:cNvGrpSpPr/>
          <p:nvPr/>
        </p:nvGrpSpPr>
        <p:grpSpPr>
          <a:xfrm>
            <a:off x="12250847" y="292973"/>
            <a:ext cx="833003" cy="6805290"/>
            <a:chOff x="12254038" y="292155"/>
            <a:chExt cx="833220" cy="6807063"/>
          </a:xfrm>
        </p:grpSpPr>
        <p:sp>
          <p:nvSpPr>
            <p:cNvPr id="6" name="Rectangle 5">
              <a:extLst>
                <a:ext uri="{FF2B5EF4-FFF2-40B4-BE49-F238E27FC236}">
                  <a16:creationId xmlns:a16="http://schemas.microsoft.com/office/drawing/2014/main" id="{C2A6080C-32C0-4859-A4D6-B7881C5E69C7}"/>
                </a:ext>
              </a:extLst>
            </p:cNvPr>
            <p:cNvSpPr/>
            <p:nvPr userDrawn="1"/>
          </p:nvSpPr>
          <p:spPr>
            <a:xfrm rot="5400000">
              <a:off x="12337755" y="3864023"/>
              <a:ext cx="1080000" cy="360000"/>
            </a:xfrm>
            <a:prstGeom prst="rect">
              <a:avLst/>
            </a:prstGeom>
            <a:solidFill>
              <a:srgbClr val="6C9693"/>
            </a:solidFill>
            <a:ln w="12700" cap="flat" cmpd="sng" algn="ctr">
              <a:noFill/>
              <a:prstDash val="solid"/>
              <a:miter lim="800000"/>
            </a:ln>
            <a:effectLst/>
          </p:spPr>
          <p:txBody>
            <a:bodyPr rtlCol="0" anchor="ctr"/>
            <a:lstStyle/>
            <a:p>
              <a:pPr algn="ctr">
                <a:defRPr/>
              </a:pPr>
              <a:endParaRPr lang="en-US" sz="1799" kern="0">
                <a:solidFill>
                  <a:srgbClr val="FFFFFF"/>
                </a:solidFill>
                <a:latin typeface="Arial" panose="020B0604020202020204"/>
              </a:endParaRPr>
            </a:p>
          </p:txBody>
        </p:sp>
        <p:sp>
          <p:nvSpPr>
            <p:cNvPr id="7" name="Rectangle 6">
              <a:extLst>
                <a:ext uri="{FF2B5EF4-FFF2-40B4-BE49-F238E27FC236}">
                  <a16:creationId xmlns:a16="http://schemas.microsoft.com/office/drawing/2014/main" id="{9EFF86BA-964E-4E5A-AB6A-0D5F77042C29}"/>
                </a:ext>
              </a:extLst>
            </p:cNvPr>
            <p:cNvSpPr/>
            <p:nvPr userDrawn="1"/>
          </p:nvSpPr>
          <p:spPr>
            <a:xfrm rot="5400000">
              <a:off x="11924370" y="3864023"/>
              <a:ext cx="1080000" cy="360000"/>
            </a:xfrm>
            <a:prstGeom prst="rect">
              <a:avLst/>
            </a:prstGeom>
            <a:solidFill>
              <a:srgbClr val="A3DAD6">
                <a:alpha val="50196"/>
              </a:srgbClr>
            </a:solidFill>
            <a:ln w="12700" cap="flat" cmpd="sng" algn="ctr">
              <a:noFill/>
              <a:prstDash val="solid"/>
              <a:miter lim="800000"/>
            </a:ln>
            <a:effectLst/>
          </p:spPr>
          <p:txBody>
            <a:bodyPr rtlCol="0" anchor="ctr"/>
            <a:lstStyle/>
            <a:p>
              <a:pPr algn="ctr">
                <a:defRPr/>
              </a:pPr>
              <a:endParaRPr lang="en-US" sz="1799" kern="0">
                <a:solidFill>
                  <a:schemeClr val="bg1"/>
                </a:solidFill>
                <a:latin typeface="Arial" panose="020B0604020202020204"/>
              </a:endParaRPr>
            </a:p>
          </p:txBody>
        </p:sp>
        <p:sp>
          <p:nvSpPr>
            <p:cNvPr id="8" name="Rectangle 7">
              <a:extLst>
                <a:ext uri="{FF2B5EF4-FFF2-40B4-BE49-F238E27FC236}">
                  <a16:creationId xmlns:a16="http://schemas.microsoft.com/office/drawing/2014/main" id="{5F44F43A-F81D-4D50-82A7-78FD6DE43B55}"/>
                </a:ext>
              </a:extLst>
            </p:cNvPr>
            <p:cNvSpPr/>
            <p:nvPr userDrawn="1"/>
          </p:nvSpPr>
          <p:spPr>
            <a:xfrm rot="5400000">
              <a:off x="12342800" y="5009647"/>
              <a:ext cx="1080000" cy="360000"/>
            </a:xfrm>
            <a:prstGeom prst="rect">
              <a:avLst/>
            </a:prstGeom>
            <a:solidFill>
              <a:srgbClr val="505050"/>
            </a:solidFill>
            <a:ln w="12700" cap="flat" cmpd="sng" algn="ctr">
              <a:noFill/>
              <a:prstDash val="solid"/>
              <a:miter lim="800000"/>
            </a:ln>
            <a:effectLst/>
          </p:spPr>
          <p:txBody>
            <a:bodyPr rtlCol="0" anchor="ctr"/>
            <a:lstStyle/>
            <a:p>
              <a:pPr algn="ctr">
                <a:defRPr/>
              </a:pPr>
              <a:endParaRPr lang="en-US" sz="1799" kern="0" dirty="0">
                <a:solidFill>
                  <a:srgbClr val="FFFFFF"/>
                </a:solidFill>
                <a:latin typeface="Arial" panose="020B0604020202020204"/>
              </a:endParaRPr>
            </a:p>
          </p:txBody>
        </p:sp>
        <p:sp>
          <p:nvSpPr>
            <p:cNvPr id="9" name="Rectangle 8">
              <a:extLst>
                <a:ext uri="{FF2B5EF4-FFF2-40B4-BE49-F238E27FC236}">
                  <a16:creationId xmlns:a16="http://schemas.microsoft.com/office/drawing/2014/main" id="{3173E5E8-369B-48F9-9E7D-EC6D6881FCD9}"/>
                </a:ext>
              </a:extLst>
            </p:cNvPr>
            <p:cNvSpPr/>
            <p:nvPr userDrawn="1"/>
          </p:nvSpPr>
          <p:spPr>
            <a:xfrm rot="5400000">
              <a:off x="11924368" y="5009647"/>
              <a:ext cx="1080000" cy="360000"/>
            </a:xfrm>
            <a:prstGeom prst="rect">
              <a:avLst/>
            </a:prstGeom>
            <a:solidFill>
              <a:srgbClr val="727272"/>
            </a:solidFill>
            <a:ln w="12700" cap="flat" cmpd="sng" algn="ctr">
              <a:noFill/>
              <a:prstDash val="solid"/>
              <a:miter lim="800000"/>
            </a:ln>
            <a:effectLst/>
          </p:spPr>
          <p:txBody>
            <a:bodyPr rtlCol="0" anchor="ctr"/>
            <a:lstStyle/>
            <a:p>
              <a:pPr algn="ctr">
                <a:defRPr/>
              </a:pPr>
              <a:endParaRPr lang="en-US" sz="1799" kern="0">
                <a:solidFill>
                  <a:srgbClr val="FFFFFF"/>
                </a:solidFill>
                <a:latin typeface="Arial" panose="020B0604020202020204"/>
              </a:endParaRPr>
            </a:p>
          </p:txBody>
        </p:sp>
        <p:sp>
          <p:nvSpPr>
            <p:cNvPr id="10" name="Rectangle 9">
              <a:extLst>
                <a:ext uri="{FF2B5EF4-FFF2-40B4-BE49-F238E27FC236}">
                  <a16:creationId xmlns:a16="http://schemas.microsoft.com/office/drawing/2014/main" id="{0B104989-3902-4343-AC20-3F4131882C1B}"/>
                </a:ext>
              </a:extLst>
            </p:cNvPr>
            <p:cNvSpPr/>
            <p:nvPr userDrawn="1"/>
          </p:nvSpPr>
          <p:spPr>
            <a:xfrm rot="5400000">
              <a:off x="12342800" y="6132405"/>
              <a:ext cx="1080000" cy="360000"/>
            </a:xfrm>
            <a:prstGeom prst="rect">
              <a:avLst/>
            </a:prstGeom>
            <a:solidFill>
              <a:srgbClr val="FFAAAF"/>
            </a:solidFill>
            <a:ln w="12700" cap="flat" cmpd="sng" algn="ctr">
              <a:noFill/>
              <a:prstDash val="solid"/>
              <a:miter lim="800000"/>
            </a:ln>
            <a:effectLst/>
          </p:spPr>
          <p:txBody>
            <a:bodyPr rtlCol="0" anchor="ctr"/>
            <a:lstStyle/>
            <a:p>
              <a:pPr algn="ctr">
                <a:defRPr/>
              </a:pPr>
              <a:endParaRPr lang="en-US" sz="1799" kern="0">
                <a:solidFill>
                  <a:srgbClr val="FFFFFF"/>
                </a:solidFill>
                <a:latin typeface="Arial" panose="020B0604020202020204"/>
              </a:endParaRPr>
            </a:p>
          </p:txBody>
        </p:sp>
        <p:sp>
          <p:nvSpPr>
            <p:cNvPr id="11" name="Rectangle 10">
              <a:extLst>
                <a:ext uri="{FF2B5EF4-FFF2-40B4-BE49-F238E27FC236}">
                  <a16:creationId xmlns:a16="http://schemas.microsoft.com/office/drawing/2014/main" id="{CA9E8BE1-1D53-4F68-B39B-4E555A97C0E3}"/>
                </a:ext>
              </a:extLst>
            </p:cNvPr>
            <p:cNvSpPr/>
            <p:nvPr userDrawn="1"/>
          </p:nvSpPr>
          <p:spPr>
            <a:xfrm rot="5400000">
              <a:off x="11924368" y="6132405"/>
              <a:ext cx="1080000" cy="360000"/>
            </a:xfrm>
            <a:prstGeom prst="rect">
              <a:avLst/>
            </a:prstGeom>
            <a:solidFill>
              <a:srgbClr val="FFD199"/>
            </a:solidFill>
            <a:ln w="12700" cap="flat" cmpd="sng" algn="ctr">
              <a:noFill/>
              <a:prstDash val="solid"/>
              <a:miter lim="800000"/>
            </a:ln>
            <a:effectLst/>
          </p:spPr>
          <p:txBody>
            <a:bodyPr rtlCol="0" anchor="ctr"/>
            <a:lstStyle/>
            <a:p>
              <a:pPr algn="ctr">
                <a:defRPr/>
              </a:pPr>
              <a:endParaRPr lang="en-US" sz="1799" kern="0">
                <a:solidFill>
                  <a:srgbClr val="FFFFFF"/>
                </a:solidFill>
                <a:latin typeface="Arial" panose="020B0604020202020204"/>
              </a:endParaRPr>
            </a:p>
          </p:txBody>
        </p:sp>
        <p:sp>
          <p:nvSpPr>
            <p:cNvPr id="12" name="Rectangle 11">
              <a:extLst>
                <a:ext uri="{FF2B5EF4-FFF2-40B4-BE49-F238E27FC236}">
                  <a16:creationId xmlns:a16="http://schemas.microsoft.com/office/drawing/2014/main" id="{896F79D4-4921-4243-BFBC-D2960DEFC11C}"/>
                </a:ext>
              </a:extLst>
            </p:cNvPr>
            <p:cNvSpPr/>
            <p:nvPr userDrawn="1"/>
          </p:nvSpPr>
          <p:spPr>
            <a:xfrm rot="5400000">
              <a:off x="12171997" y="6240007"/>
              <a:ext cx="1349091" cy="369332"/>
            </a:xfrm>
            <a:prstGeom prst="rect">
              <a:avLst/>
            </a:prstGeom>
          </p:spPr>
          <p:txBody>
            <a:bodyPr wrap="square">
              <a:spAutoFit/>
            </a:bodyPr>
            <a:lstStyle/>
            <a:p>
              <a:r>
                <a:rPr lang="en-US" sz="900" b="1" dirty="0">
                  <a:solidFill>
                    <a:srgbClr val="FFFFFF"/>
                  </a:solidFill>
                  <a:latin typeface="Arial" panose="020B0604020202020204"/>
                </a:rPr>
                <a:t>WR CORAL </a:t>
              </a:r>
            </a:p>
            <a:p>
              <a:r>
                <a:rPr lang="en-US" sz="900" dirty="0">
                  <a:solidFill>
                    <a:srgbClr val="FFFFFF"/>
                  </a:solidFill>
                  <a:latin typeface="Arial" panose="020B0604020202020204"/>
                </a:rPr>
                <a:t>HEX F5AEB0 </a:t>
              </a:r>
            </a:p>
          </p:txBody>
        </p:sp>
        <p:sp>
          <p:nvSpPr>
            <p:cNvPr id="13" name="Rectangle 12">
              <a:extLst>
                <a:ext uri="{FF2B5EF4-FFF2-40B4-BE49-F238E27FC236}">
                  <a16:creationId xmlns:a16="http://schemas.microsoft.com/office/drawing/2014/main" id="{43C38724-54AC-49ED-A736-4C05EFA0317B}"/>
                </a:ext>
              </a:extLst>
            </p:cNvPr>
            <p:cNvSpPr/>
            <p:nvPr userDrawn="1"/>
          </p:nvSpPr>
          <p:spPr>
            <a:xfrm rot="5400000">
              <a:off x="11757764" y="5151606"/>
              <a:ext cx="1361880" cy="369332"/>
            </a:xfrm>
            <a:prstGeom prst="rect">
              <a:avLst/>
            </a:prstGeom>
          </p:spPr>
          <p:txBody>
            <a:bodyPr wrap="square">
              <a:spAutoFit/>
            </a:bodyPr>
            <a:lstStyle/>
            <a:p>
              <a:r>
                <a:rPr lang="en-US" sz="900" b="1" dirty="0">
                  <a:solidFill>
                    <a:srgbClr val="FFFFFF"/>
                  </a:solidFill>
                  <a:latin typeface="Arial" panose="020B0604020202020204"/>
                </a:rPr>
                <a:t>WR GRANITE</a:t>
              </a:r>
            </a:p>
            <a:p>
              <a:r>
                <a:rPr lang="en-US" sz="900" dirty="0">
                  <a:solidFill>
                    <a:srgbClr val="FFFFFF"/>
                  </a:solidFill>
                  <a:latin typeface="Arial" panose="020B0604020202020204"/>
                </a:rPr>
                <a:t>HEX 727272</a:t>
              </a:r>
            </a:p>
          </p:txBody>
        </p:sp>
        <p:sp>
          <p:nvSpPr>
            <p:cNvPr id="14" name="Rectangle 13">
              <a:extLst>
                <a:ext uri="{FF2B5EF4-FFF2-40B4-BE49-F238E27FC236}">
                  <a16:creationId xmlns:a16="http://schemas.microsoft.com/office/drawing/2014/main" id="{9A132343-10CB-4C47-BF10-DF9368F92FA6}"/>
                </a:ext>
              </a:extLst>
            </p:cNvPr>
            <p:cNvSpPr/>
            <p:nvPr userDrawn="1"/>
          </p:nvSpPr>
          <p:spPr>
            <a:xfrm rot="5400000">
              <a:off x="12171997" y="3998523"/>
              <a:ext cx="1349091" cy="369332"/>
            </a:xfrm>
            <a:prstGeom prst="rect">
              <a:avLst/>
            </a:prstGeom>
          </p:spPr>
          <p:txBody>
            <a:bodyPr wrap="square">
              <a:spAutoFit/>
            </a:bodyPr>
            <a:lstStyle/>
            <a:p>
              <a:r>
                <a:rPr lang="en-US" sz="900" b="1" dirty="0">
                  <a:solidFill>
                    <a:srgbClr val="FFFFFF"/>
                  </a:solidFill>
                  <a:latin typeface="Arial" panose="020B0604020202020204"/>
                </a:rPr>
                <a:t>WR CELADON </a:t>
              </a:r>
            </a:p>
            <a:p>
              <a:r>
                <a:rPr lang="en-US" sz="900" dirty="0">
                  <a:solidFill>
                    <a:srgbClr val="FFFFFF"/>
                  </a:solidFill>
                  <a:latin typeface="Arial" panose="020B0604020202020204"/>
                </a:rPr>
                <a:t>HEX 6C9694</a:t>
              </a:r>
            </a:p>
          </p:txBody>
        </p:sp>
        <p:sp>
          <p:nvSpPr>
            <p:cNvPr id="15" name="Rectangle 14">
              <a:extLst>
                <a:ext uri="{FF2B5EF4-FFF2-40B4-BE49-F238E27FC236}">
                  <a16:creationId xmlns:a16="http://schemas.microsoft.com/office/drawing/2014/main" id="{475AFFA1-AD1A-46AA-AA0B-4412A7EBC6A4}"/>
                </a:ext>
              </a:extLst>
            </p:cNvPr>
            <p:cNvSpPr/>
            <p:nvPr userDrawn="1"/>
          </p:nvSpPr>
          <p:spPr>
            <a:xfrm rot="5400000">
              <a:off x="12152268" y="5164940"/>
              <a:ext cx="1388549" cy="369332"/>
            </a:xfrm>
            <a:prstGeom prst="rect">
              <a:avLst/>
            </a:prstGeom>
          </p:spPr>
          <p:txBody>
            <a:bodyPr wrap="square">
              <a:spAutoFit/>
            </a:bodyPr>
            <a:lstStyle/>
            <a:p>
              <a:r>
                <a:rPr lang="en-US" sz="900" b="1" dirty="0">
                  <a:solidFill>
                    <a:srgbClr val="FFFFFF"/>
                  </a:solidFill>
                  <a:latin typeface="Arial" panose="020B0604020202020204"/>
                </a:rPr>
                <a:t>WR SLATE </a:t>
              </a:r>
            </a:p>
            <a:p>
              <a:r>
                <a:rPr lang="en-US" sz="900" dirty="0">
                  <a:solidFill>
                    <a:srgbClr val="FFFFFF"/>
                  </a:solidFill>
                  <a:latin typeface="Arial" panose="020B0604020202020204"/>
                </a:rPr>
                <a:t>HEX 505050</a:t>
              </a:r>
            </a:p>
          </p:txBody>
        </p:sp>
        <p:sp>
          <p:nvSpPr>
            <p:cNvPr id="16" name="Rectangle 15">
              <a:extLst>
                <a:ext uri="{FF2B5EF4-FFF2-40B4-BE49-F238E27FC236}">
                  <a16:creationId xmlns:a16="http://schemas.microsoft.com/office/drawing/2014/main" id="{054BE4E0-C0E9-44AB-BB5F-86827F25EB46}"/>
                </a:ext>
              </a:extLst>
            </p:cNvPr>
            <p:cNvSpPr/>
            <p:nvPr userDrawn="1"/>
          </p:nvSpPr>
          <p:spPr>
            <a:xfrm rot="5400000">
              <a:off x="11764159" y="6240007"/>
              <a:ext cx="1349091" cy="369332"/>
            </a:xfrm>
            <a:prstGeom prst="rect">
              <a:avLst/>
            </a:prstGeom>
          </p:spPr>
          <p:txBody>
            <a:bodyPr wrap="square">
              <a:spAutoFit/>
            </a:bodyPr>
            <a:lstStyle/>
            <a:p>
              <a:r>
                <a:rPr lang="en-US" sz="900" b="1" dirty="0">
                  <a:solidFill>
                    <a:srgbClr val="FFFFFF"/>
                  </a:solidFill>
                  <a:latin typeface="Arial" panose="020B0604020202020204"/>
                </a:rPr>
                <a:t>WR CHAMPAGNE </a:t>
              </a:r>
            </a:p>
            <a:p>
              <a:r>
                <a:rPr lang="en-US" sz="900" dirty="0">
                  <a:solidFill>
                    <a:srgbClr val="FFFFFF"/>
                  </a:solidFill>
                  <a:latin typeface="Arial" panose="020B0604020202020204"/>
                </a:rPr>
                <a:t>HEX FFD199 </a:t>
              </a:r>
            </a:p>
          </p:txBody>
        </p:sp>
        <p:sp>
          <p:nvSpPr>
            <p:cNvPr id="17" name="Rectangle 16">
              <a:extLst>
                <a:ext uri="{FF2B5EF4-FFF2-40B4-BE49-F238E27FC236}">
                  <a16:creationId xmlns:a16="http://schemas.microsoft.com/office/drawing/2014/main" id="{48B68891-613A-4BB1-A958-B362A7C8B97B}"/>
                </a:ext>
              </a:extLst>
            </p:cNvPr>
            <p:cNvSpPr/>
            <p:nvPr userDrawn="1"/>
          </p:nvSpPr>
          <p:spPr>
            <a:xfrm rot="5400000">
              <a:off x="11764159" y="3998523"/>
              <a:ext cx="1349091" cy="369332"/>
            </a:xfrm>
            <a:prstGeom prst="rect">
              <a:avLst/>
            </a:prstGeom>
          </p:spPr>
          <p:txBody>
            <a:bodyPr wrap="square">
              <a:spAutoFit/>
            </a:bodyPr>
            <a:lstStyle/>
            <a:p>
              <a:r>
                <a:rPr lang="en-US" sz="900" b="1" dirty="0">
                  <a:solidFill>
                    <a:schemeClr val="bg1"/>
                  </a:solidFill>
                  <a:latin typeface="Arial" panose="020B0604020202020204"/>
                </a:rPr>
                <a:t>WR MINT </a:t>
              </a:r>
            </a:p>
            <a:p>
              <a:r>
                <a:rPr lang="en-US" sz="900" dirty="0">
                  <a:solidFill>
                    <a:schemeClr val="bg1"/>
                  </a:solidFill>
                  <a:latin typeface="Arial" panose="020B0604020202020204"/>
                </a:rPr>
                <a:t>HEX A3DAD6</a:t>
              </a:r>
            </a:p>
          </p:txBody>
        </p:sp>
        <p:sp>
          <p:nvSpPr>
            <p:cNvPr id="18" name="Rectangle 17">
              <a:extLst>
                <a:ext uri="{FF2B5EF4-FFF2-40B4-BE49-F238E27FC236}">
                  <a16:creationId xmlns:a16="http://schemas.microsoft.com/office/drawing/2014/main" id="{BD62794E-2E31-485D-A584-616C9F936EF7}"/>
                </a:ext>
              </a:extLst>
            </p:cNvPr>
            <p:cNvSpPr/>
            <p:nvPr userDrawn="1"/>
          </p:nvSpPr>
          <p:spPr>
            <a:xfrm rot="5400000">
              <a:off x="12457258" y="580400"/>
              <a:ext cx="900000" cy="360000"/>
            </a:xfrm>
            <a:prstGeom prst="rect">
              <a:avLst/>
            </a:prstGeom>
            <a:solidFill>
              <a:srgbClr val="30E3D0">
                <a:lumMod val="75000"/>
              </a:srgbClr>
            </a:solidFill>
            <a:ln w="12700" cap="flat" cmpd="sng" algn="ctr">
              <a:noFill/>
              <a:prstDash val="solid"/>
              <a:miter lim="800000"/>
            </a:ln>
            <a:effectLst/>
          </p:spPr>
          <p:txBody>
            <a:bodyPr rtlCol="0" anchor="ctr"/>
            <a:lstStyle/>
            <a:p>
              <a:pPr algn="ctr">
                <a:defRPr/>
              </a:pPr>
              <a:endParaRPr lang="en-US" sz="1799" kern="0">
                <a:solidFill>
                  <a:srgbClr val="FFFFFF"/>
                </a:solidFill>
                <a:latin typeface="Arial" panose="020B0604020202020204"/>
              </a:endParaRPr>
            </a:p>
          </p:txBody>
        </p:sp>
        <p:sp>
          <p:nvSpPr>
            <p:cNvPr id="19" name="Rectangle 18">
              <a:extLst>
                <a:ext uri="{FF2B5EF4-FFF2-40B4-BE49-F238E27FC236}">
                  <a16:creationId xmlns:a16="http://schemas.microsoft.com/office/drawing/2014/main" id="{519F76B1-C2B4-4236-A363-ED62713E8BD2}"/>
                </a:ext>
              </a:extLst>
            </p:cNvPr>
            <p:cNvSpPr/>
            <p:nvPr userDrawn="1"/>
          </p:nvSpPr>
          <p:spPr>
            <a:xfrm rot="5400000">
              <a:off x="12207081" y="782830"/>
              <a:ext cx="1350681" cy="369332"/>
            </a:xfrm>
            <a:prstGeom prst="rect">
              <a:avLst/>
            </a:prstGeom>
          </p:spPr>
          <p:txBody>
            <a:bodyPr wrap="square">
              <a:spAutoFit/>
            </a:bodyPr>
            <a:lstStyle/>
            <a:p>
              <a:r>
                <a:rPr lang="en-US" sz="900" b="1" dirty="0">
                  <a:solidFill>
                    <a:srgbClr val="FFFFFF"/>
                  </a:solidFill>
                  <a:latin typeface="Arial" panose="020B0604020202020204"/>
                </a:rPr>
                <a:t>WR TEAL</a:t>
              </a:r>
            </a:p>
            <a:p>
              <a:r>
                <a:rPr lang="en-US" sz="900" dirty="0">
                  <a:solidFill>
                    <a:srgbClr val="FFFFFF"/>
                  </a:solidFill>
                  <a:latin typeface="Arial" panose="020B0604020202020204"/>
                </a:rPr>
                <a:t>HEX 00ADA4</a:t>
              </a:r>
            </a:p>
          </p:txBody>
        </p:sp>
        <p:grpSp>
          <p:nvGrpSpPr>
            <p:cNvPr id="20" name="Group 19">
              <a:extLst>
                <a:ext uri="{FF2B5EF4-FFF2-40B4-BE49-F238E27FC236}">
                  <a16:creationId xmlns:a16="http://schemas.microsoft.com/office/drawing/2014/main" id="{065E5643-BEDD-479B-A3EE-311E9473DBB9}"/>
                </a:ext>
              </a:extLst>
            </p:cNvPr>
            <p:cNvGrpSpPr/>
            <p:nvPr userDrawn="1"/>
          </p:nvGrpSpPr>
          <p:grpSpPr>
            <a:xfrm>
              <a:off x="12697755" y="1239888"/>
              <a:ext cx="389503" cy="909523"/>
              <a:chOff x="13952767" y="967587"/>
              <a:chExt cx="389503" cy="909523"/>
            </a:xfrm>
          </p:grpSpPr>
          <p:sp>
            <p:nvSpPr>
              <p:cNvPr id="30" name="Rectangle 29">
                <a:extLst>
                  <a:ext uri="{FF2B5EF4-FFF2-40B4-BE49-F238E27FC236}">
                    <a16:creationId xmlns:a16="http://schemas.microsoft.com/office/drawing/2014/main" id="{B4988F34-A089-46D0-AEE3-996B5FD90FD3}"/>
                  </a:ext>
                </a:extLst>
              </p:cNvPr>
              <p:cNvSpPr/>
              <p:nvPr/>
            </p:nvSpPr>
            <p:spPr>
              <a:xfrm rot="5400000">
                <a:off x="13712270" y="1247110"/>
                <a:ext cx="900000" cy="360000"/>
              </a:xfrm>
              <a:prstGeom prst="rect">
                <a:avLst/>
              </a:prstGeom>
              <a:solidFill>
                <a:srgbClr val="30E3D0"/>
              </a:solidFill>
              <a:ln w="12700" cap="flat" cmpd="sng" algn="ctr">
                <a:noFill/>
                <a:prstDash val="solid"/>
                <a:miter lim="800000"/>
              </a:ln>
              <a:effectLst/>
            </p:spPr>
            <p:txBody>
              <a:bodyPr rtlCol="0" anchor="ctr"/>
              <a:lstStyle/>
              <a:p>
                <a:pPr algn="ctr">
                  <a:defRPr/>
                </a:pPr>
                <a:endParaRPr lang="en-US" sz="1799" kern="0">
                  <a:solidFill>
                    <a:srgbClr val="FFFFFF"/>
                  </a:solidFill>
                  <a:latin typeface="Arial" panose="020B0604020202020204"/>
                </a:endParaRPr>
              </a:p>
            </p:txBody>
          </p:sp>
          <p:sp>
            <p:nvSpPr>
              <p:cNvPr id="31" name="Rectangle 30">
                <a:extLst>
                  <a:ext uri="{FF2B5EF4-FFF2-40B4-BE49-F238E27FC236}">
                    <a16:creationId xmlns:a16="http://schemas.microsoft.com/office/drawing/2014/main" id="{09C99EC8-F920-4466-91D5-225352EBA592}"/>
                  </a:ext>
                </a:extLst>
              </p:cNvPr>
              <p:cNvSpPr/>
              <p:nvPr/>
            </p:nvSpPr>
            <p:spPr>
              <a:xfrm rot="5400000">
                <a:off x="13687432" y="1232922"/>
                <a:ext cx="900002" cy="369332"/>
              </a:xfrm>
              <a:prstGeom prst="rect">
                <a:avLst/>
              </a:prstGeom>
            </p:spPr>
            <p:txBody>
              <a:bodyPr wrap="square">
                <a:spAutoFit/>
              </a:bodyPr>
              <a:lstStyle/>
              <a:p>
                <a:r>
                  <a:rPr lang="en-US" sz="900" b="1" dirty="0">
                    <a:solidFill>
                      <a:srgbClr val="FFFFFF"/>
                    </a:solidFill>
                    <a:latin typeface="Arial" panose="020B0604020202020204"/>
                  </a:rPr>
                  <a:t>WR SEA </a:t>
                </a:r>
              </a:p>
              <a:p>
                <a:r>
                  <a:rPr lang="en-US" sz="900" dirty="0">
                    <a:solidFill>
                      <a:srgbClr val="FFFFFF"/>
                    </a:solidFill>
                    <a:latin typeface="Arial" panose="020B0604020202020204"/>
                  </a:rPr>
                  <a:t>HEX 30E4D0 </a:t>
                </a:r>
              </a:p>
            </p:txBody>
          </p:sp>
        </p:grpSp>
        <p:grpSp>
          <p:nvGrpSpPr>
            <p:cNvPr id="21" name="Group 20">
              <a:extLst>
                <a:ext uri="{FF2B5EF4-FFF2-40B4-BE49-F238E27FC236}">
                  <a16:creationId xmlns:a16="http://schemas.microsoft.com/office/drawing/2014/main" id="{8202EEFA-A0B1-4764-A60C-D0FA29399687}"/>
                </a:ext>
              </a:extLst>
            </p:cNvPr>
            <p:cNvGrpSpPr/>
            <p:nvPr userDrawn="1"/>
          </p:nvGrpSpPr>
          <p:grpSpPr>
            <a:xfrm>
              <a:off x="12284368" y="1239888"/>
              <a:ext cx="369332" cy="909525"/>
              <a:chOff x="13434288" y="967587"/>
              <a:chExt cx="369332" cy="909525"/>
            </a:xfrm>
          </p:grpSpPr>
          <p:sp>
            <p:nvSpPr>
              <p:cNvPr id="28" name="Rectangle 27">
                <a:extLst>
                  <a:ext uri="{FF2B5EF4-FFF2-40B4-BE49-F238E27FC236}">
                    <a16:creationId xmlns:a16="http://schemas.microsoft.com/office/drawing/2014/main" id="{E0A7A132-CA1F-4BB8-A17A-419BD2A28197}"/>
                  </a:ext>
                </a:extLst>
              </p:cNvPr>
              <p:cNvSpPr/>
              <p:nvPr/>
            </p:nvSpPr>
            <p:spPr>
              <a:xfrm rot="5400000">
                <a:off x="13171250" y="1247111"/>
                <a:ext cx="900000" cy="360000"/>
              </a:xfrm>
              <a:prstGeom prst="rect">
                <a:avLst/>
              </a:prstGeom>
              <a:solidFill>
                <a:srgbClr val="1C1C1C">
                  <a:lumMod val="50000"/>
                  <a:lumOff val="50000"/>
                </a:srgbClr>
              </a:solidFill>
              <a:ln w="12700" cap="flat" cmpd="sng" algn="ctr">
                <a:noFill/>
                <a:prstDash val="solid"/>
                <a:miter lim="800000"/>
              </a:ln>
              <a:effectLst/>
            </p:spPr>
            <p:txBody>
              <a:bodyPr rtlCol="0" anchor="ctr"/>
              <a:lstStyle/>
              <a:p>
                <a:pPr algn="ctr">
                  <a:defRPr/>
                </a:pPr>
                <a:endParaRPr lang="en-US" sz="1799" kern="0">
                  <a:solidFill>
                    <a:srgbClr val="FFFFFF"/>
                  </a:solidFill>
                  <a:latin typeface="Arial" panose="020B0604020202020204"/>
                </a:endParaRPr>
              </a:p>
            </p:txBody>
          </p:sp>
          <p:sp>
            <p:nvSpPr>
              <p:cNvPr id="29" name="Rectangle 28">
                <a:extLst>
                  <a:ext uri="{FF2B5EF4-FFF2-40B4-BE49-F238E27FC236}">
                    <a16:creationId xmlns:a16="http://schemas.microsoft.com/office/drawing/2014/main" id="{C7E46A6B-CC7A-472F-825C-342487E0ED7C}"/>
                  </a:ext>
                </a:extLst>
              </p:cNvPr>
              <p:cNvSpPr/>
              <p:nvPr/>
            </p:nvSpPr>
            <p:spPr>
              <a:xfrm rot="5400000">
                <a:off x="13164191" y="1237684"/>
                <a:ext cx="909525" cy="369332"/>
              </a:xfrm>
              <a:prstGeom prst="rect">
                <a:avLst/>
              </a:prstGeom>
            </p:spPr>
            <p:txBody>
              <a:bodyPr wrap="square">
                <a:spAutoFit/>
              </a:bodyPr>
              <a:lstStyle/>
              <a:p>
                <a:r>
                  <a:rPr lang="en-US" sz="900" b="1" dirty="0">
                    <a:solidFill>
                      <a:srgbClr val="FFFFFF"/>
                    </a:solidFill>
                    <a:latin typeface="Arial" panose="020B0604020202020204"/>
                  </a:rPr>
                  <a:t>WR GREY </a:t>
                </a:r>
              </a:p>
              <a:p>
                <a:r>
                  <a:rPr lang="en-US" sz="900" dirty="0">
                    <a:solidFill>
                      <a:srgbClr val="FFFFFF"/>
                    </a:solidFill>
                    <a:latin typeface="Arial" panose="020B0604020202020204"/>
                  </a:rPr>
                  <a:t>HEX A6A6A6 </a:t>
                </a:r>
              </a:p>
            </p:txBody>
          </p:sp>
        </p:grpSp>
        <p:grpSp>
          <p:nvGrpSpPr>
            <p:cNvPr id="22" name="Group 21">
              <a:extLst>
                <a:ext uri="{FF2B5EF4-FFF2-40B4-BE49-F238E27FC236}">
                  <a16:creationId xmlns:a16="http://schemas.microsoft.com/office/drawing/2014/main" id="{C289398B-8C97-4FA3-8833-FBA9EF7FA4AC}"/>
                </a:ext>
              </a:extLst>
            </p:cNvPr>
            <p:cNvGrpSpPr/>
            <p:nvPr userDrawn="1"/>
          </p:nvGrpSpPr>
          <p:grpSpPr>
            <a:xfrm>
              <a:off x="12284368" y="292157"/>
              <a:ext cx="371704" cy="918246"/>
              <a:chOff x="13431916" y="-18243"/>
              <a:chExt cx="371704" cy="918246"/>
            </a:xfrm>
          </p:grpSpPr>
          <p:sp>
            <p:nvSpPr>
              <p:cNvPr id="26" name="Rectangle 25">
                <a:extLst>
                  <a:ext uri="{FF2B5EF4-FFF2-40B4-BE49-F238E27FC236}">
                    <a16:creationId xmlns:a16="http://schemas.microsoft.com/office/drawing/2014/main" id="{0998AEEF-8CD8-495A-9123-4246A85913D5}"/>
                  </a:ext>
                </a:extLst>
              </p:cNvPr>
              <p:cNvSpPr/>
              <p:nvPr/>
            </p:nvSpPr>
            <p:spPr>
              <a:xfrm rot="5400000">
                <a:off x="13161916" y="270000"/>
                <a:ext cx="900000" cy="360000"/>
              </a:xfrm>
              <a:prstGeom prst="rect">
                <a:avLst/>
              </a:prstGeom>
              <a:solidFill>
                <a:srgbClr val="1C1C1C"/>
              </a:solidFill>
              <a:ln w="12700" cap="flat" cmpd="sng" algn="ctr">
                <a:noFill/>
                <a:prstDash val="solid"/>
                <a:miter lim="800000"/>
              </a:ln>
              <a:effectLst/>
            </p:spPr>
            <p:txBody>
              <a:bodyPr rtlCol="0" anchor="ctr"/>
              <a:lstStyle/>
              <a:p>
                <a:pPr algn="ctr">
                  <a:defRPr/>
                </a:pPr>
                <a:endParaRPr lang="en-US" sz="1799" kern="0">
                  <a:solidFill>
                    <a:srgbClr val="FFFFFF"/>
                  </a:solidFill>
                  <a:latin typeface="Arial" panose="020B0604020202020204"/>
                </a:endParaRPr>
              </a:p>
            </p:txBody>
          </p:sp>
          <p:sp>
            <p:nvSpPr>
              <p:cNvPr id="27" name="Rectangle 26">
                <a:extLst>
                  <a:ext uri="{FF2B5EF4-FFF2-40B4-BE49-F238E27FC236}">
                    <a16:creationId xmlns:a16="http://schemas.microsoft.com/office/drawing/2014/main" id="{088B39ED-A832-466B-976B-8957B03DE6C8}"/>
                  </a:ext>
                </a:extLst>
              </p:cNvPr>
              <p:cNvSpPr/>
              <p:nvPr/>
            </p:nvSpPr>
            <p:spPr>
              <a:xfrm rot="5400000">
                <a:off x="13159831" y="256214"/>
                <a:ext cx="918246" cy="369332"/>
              </a:xfrm>
              <a:prstGeom prst="rect">
                <a:avLst/>
              </a:prstGeom>
            </p:spPr>
            <p:txBody>
              <a:bodyPr wrap="square">
                <a:spAutoFit/>
              </a:bodyPr>
              <a:lstStyle/>
              <a:p>
                <a:r>
                  <a:rPr lang="en-US" sz="900" b="1" dirty="0">
                    <a:solidFill>
                      <a:srgbClr val="FFFFFF"/>
                    </a:solidFill>
                    <a:latin typeface="Arial" panose="020B0604020202020204"/>
                  </a:rPr>
                  <a:t>WR BLACK </a:t>
                </a:r>
              </a:p>
              <a:p>
                <a:r>
                  <a:rPr lang="en-US" sz="900" dirty="0">
                    <a:solidFill>
                      <a:srgbClr val="FFFFFF"/>
                    </a:solidFill>
                    <a:latin typeface="Arial" panose="020B0604020202020204"/>
                  </a:rPr>
                  <a:t>HEX 1C1C1C</a:t>
                </a:r>
              </a:p>
            </p:txBody>
          </p:sp>
        </p:grpSp>
        <p:grpSp>
          <p:nvGrpSpPr>
            <p:cNvPr id="23" name="Group 22">
              <a:extLst>
                <a:ext uri="{FF2B5EF4-FFF2-40B4-BE49-F238E27FC236}">
                  <a16:creationId xmlns:a16="http://schemas.microsoft.com/office/drawing/2014/main" id="{BB4283F9-0958-462B-975E-C2FF33CA8FA5}"/>
                </a:ext>
              </a:extLst>
            </p:cNvPr>
            <p:cNvGrpSpPr/>
            <p:nvPr userDrawn="1"/>
          </p:nvGrpSpPr>
          <p:grpSpPr>
            <a:xfrm>
              <a:off x="12284368" y="2199262"/>
              <a:ext cx="369332" cy="922867"/>
              <a:chOff x="13434288" y="1955536"/>
              <a:chExt cx="369332" cy="922867"/>
            </a:xfrm>
          </p:grpSpPr>
          <p:sp>
            <p:nvSpPr>
              <p:cNvPr id="24" name="Rectangle 23">
                <a:extLst>
                  <a:ext uri="{FF2B5EF4-FFF2-40B4-BE49-F238E27FC236}">
                    <a16:creationId xmlns:a16="http://schemas.microsoft.com/office/drawing/2014/main" id="{719DD328-FE2D-43B4-AB7F-B43E0D1309C3}"/>
                  </a:ext>
                </a:extLst>
              </p:cNvPr>
              <p:cNvSpPr/>
              <p:nvPr/>
            </p:nvSpPr>
            <p:spPr>
              <a:xfrm rot="5400000">
                <a:off x="13171250" y="2225536"/>
                <a:ext cx="900000" cy="360000"/>
              </a:xfrm>
              <a:prstGeom prst="rect">
                <a:avLst/>
              </a:prstGeom>
              <a:solidFill>
                <a:srgbClr val="FF505C"/>
              </a:solidFill>
              <a:ln w="12700" cap="flat" cmpd="sng" algn="ctr">
                <a:noFill/>
                <a:prstDash val="solid"/>
                <a:miter lim="800000"/>
              </a:ln>
              <a:effectLst/>
            </p:spPr>
            <p:txBody>
              <a:bodyPr rtlCol="0" anchor="ctr"/>
              <a:lstStyle/>
              <a:p>
                <a:pPr algn="ctr">
                  <a:defRPr/>
                </a:pPr>
                <a:endParaRPr lang="en-US" sz="1799" kern="0">
                  <a:solidFill>
                    <a:srgbClr val="FFFFFF"/>
                  </a:solidFill>
                  <a:latin typeface="Arial" panose="020B0604020202020204"/>
                </a:endParaRPr>
              </a:p>
            </p:txBody>
          </p:sp>
          <p:sp>
            <p:nvSpPr>
              <p:cNvPr id="25" name="Rectangle 24">
                <a:extLst>
                  <a:ext uri="{FF2B5EF4-FFF2-40B4-BE49-F238E27FC236}">
                    <a16:creationId xmlns:a16="http://schemas.microsoft.com/office/drawing/2014/main" id="{AB76884C-BB53-4074-A34C-21021FE6318B}"/>
                  </a:ext>
                </a:extLst>
              </p:cNvPr>
              <p:cNvSpPr/>
              <p:nvPr/>
            </p:nvSpPr>
            <p:spPr>
              <a:xfrm rot="5400000">
                <a:off x="13168953" y="2243737"/>
                <a:ext cx="900001" cy="369332"/>
              </a:xfrm>
              <a:prstGeom prst="rect">
                <a:avLst/>
              </a:prstGeom>
            </p:spPr>
            <p:txBody>
              <a:bodyPr wrap="square" lIns="91416" tIns="45708" rIns="91416" bIns="45708" anchor="t">
                <a:spAutoFit/>
              </a:bodyPr>
              <a:lstStyle/>
              <a:p>
                <a:r>
                  <a:rPr lang="en-US" sz="900" b="1" dirty="0">
                    <a:solidFill>
                      <a:srgbClr val="FFFFFF"/>
                    </a:solidFill>
                    <a:latin typeface="Arial" panose="020B0604020202020204"/>
                  </a:rPr>
                  <a:t>WR RED </a:t>
                </a:r>
              </a:p>
              <a:p>
                <a:r>
                  <a:rPr lang="en-US" sz="900" dirty="0">
                    <a:solidFill>
                      <a:srgbClr val="FFFFFF"/>
                    </a:solidFill>
                    <a:latin typeface="Arial" panose="020B0604020202020204"/>
                  </a:rPr>
                  <a:t>HEX </a:t>
                </a:r>
                <a:r>
                  <a:rPr lang="en-US" sz="900" dirty="0">
                    <a:solidFill>
                      <a:srgbClr val="FFFFFF"/>
                    </a:solidFill>
                    <a:latin typeface="Arial" panose="020B0604020202020204"/>
                    <a:ea typeface="+mn-lt"/>
                    <a:cs typeface="Arial" panose="020B0604020202020204"/>
                  </a:rPr>
                  <a:t>FF505C</a:t>
                </a:r>
                <a:r>
                  <a:rPr lang="en-US" sz="900" dirty="0">
                    <a:solidFill>
                      <a:srgbClr val="FFFFFF"/>
                    </a:solidFill>
                    <a:latin typeface="Arial" panose="020B0604020202020204"/>
                  </a:rPr>
                  <a:t> </a:t>
                </a:r>
                <a:endParaRPr lang="en-US" sz="900" dirty="0">
                  <a:solidFill>
                    <a:srgbClr val="FFFFFF"/>
                  </a:solidFill>
                  <a:latin typeface="Arial" panose="020B0604020202020204"/>
                  <a:cs typeface="Arial"/>
                </a:endParaRPr>
              </a:p>
            </p:txBody>
          </p:sp>
        </p:grpSp>
      </p:grpSp>
      <p:sp>
        <p:nvSpPr>
          <p:cNvPr id="33" name="Oval 32">
            <a:extLst>
              <a:ext uri="{FF2B5EF4-FFF2-40B4-BE49-F238E27FC236}">
                <a16:creationId xmlns:a16="http://schemas.microsoft.com/office/drawing/2014/main" id="{9D2A4346-9478-44BB-B90E-571598B066DE}"/>
              </a:ext>
            </a:extLst>
          </p:cNvPr>
          <p:cNvSpPr/>
          <p:nvPr/>
        </p:nvSpPr>
        <p:spPr>
          <a:xfrm>
            <a:off x="1733097" y="4061350"/>
            <a:ext cx="761802" cy="761802"/>
          </a:xfrm>
          <a:prstGeom prst="ellipse">
            <a:avLst/>
          </a:prstGeom>
          <a:solidFill>
            <a:srgbClr val="19B6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CLI</a:t>
            </a:r>
          </a:p>
        </p:txBody>
      </p:sp>
      <p:sp>
        <p:nvSpPr>
          <p:cNvPr id="34" name="Oval 33">
            <a:extLst>
              <a:ext uri="{FF2B5EF4-FFF2-40B4-BE49-F238E27FC236}">
                <a16:creationId xmlns:a16="http://schemas.microsoft.com/office/drawing/2014/main" id="{F9FBCE21-DCF7-44F5-AE62-D830F56DEBFC}"/>
              </a:ext>
            </a:extLst>
          </p:cNvPr>
          <p:cNvSpPr/>
          <p:nvPr/>
        </p:nvSpPr>
        <p:spPr>
          <a:xfrm>
            <a:off x="1733097" y="2791810"/>
            <a:ext cx="761802" cy="761802"/>
          </a:xfrm>
          <a:prstGeom prst="ellipse">
            <a:avLst/>
          </a:prstGeom>
          <a:solidFill>
            <a:srgbClr val="19B6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UI</a:t>
            </a:r>
          </a:p>
        </p:txBody>
      </p:sp>
      <p:sp>
        <p:nvSpPr>
          <p:cNvPr id="35" name="TextBox 34">
            <a:extLst>
              <a:ext uri="{FF2B5EF4-FFF2-40B4-BE49-F238E27FC236}">
                <a16:creationId xmlns:a16="http://schemas.microsoft.com/office/drawing/2014/main" id="{5597E551-8E9B-405A-840A-5073B8B80A46}"/>
              </a:ext>
            </a:extLst>
          </p:cNvPr>
          <p:cNvSpPr txBox="1"/>
          <p:nvPr/>
        </p:nvSpPr>
        <p:spPr>
          <a:xfrm>
            <a:off x="1576949" y="2506828"/>
            <a:ext cx="1067643" cy="261542"/>
          </a:xfrm>
          <a:prstGeom prst="rect">
            <a:avLst/>
          </a:prstGeom>
          <a:noFill/>
        </p:spPr>
        <p:txBody>
          <a:bodyPr wrap="square" rtlCol="0">
            <a:spAutoFit/>
          </a:bodyPr>
          <a:lstStyle/>
          <a:p>
            <a:pPr algn="ctr"/>
            <a:r>
              <a:rPr lang="en-US" sz="1050" dirty="0">
                <a:solidFill>
                  <a:schemeClr val="bg1"/>
                </a:solidFill>
              </a:rPr>
              <a:t>User Interface</a:t>
            </a:r>
          </a:p>
        </p:txBody>
      </p:sp>
      <p:sp>
        <p:nvSpPr>
          <p:cNvPr id="36" name="TextBox 35">
            <a:extLst>
              <a:ext uri="{FF2B5EF4-FFF2-40B4-BE49-F238E27FC236}">
                <a16:creationId xmlns:a16="http://schemas.microsoft.com/office/drawing/2014/main" id="{7EA5A6E4-5A87-4123-A261-BC931102DCF5}"/>
              </a:ext>
            </a:extLst>
          </p:cNvPr>
          <p:cNvSpPr txBox="1"/>
          <p:nvPr/>
        </p:nvSpPr>
        <p:spPr>
          <a:xfrm>
            <a:off x="1807744" y="3760556"/>
            <a:ext cx="612508" cy="253850"/>
          </a:xfrm>
          <a:prstGeom prst="rect">
            <a:avLst/>
          </a:prstGeom>
          <a:noFill/>
        </p:spPr>
        <p:txBody>
          <a:bodyPr wrap="square" rtlCol="0">
            <a:spAutoFit/>
          </a:bodyPr>
          <a:lstStyle/>
          <a:p>
            <a:pPr algn="ctr"/>
            <a:r>
              <a:rPr lang="en-US" sz="1050" dirty="0" err="1">
                <a:solidFill>
                  <a:schemeClr val="bg1"/>
                </a:solidFill>
              </a:rPr>
              <a:t>kubectl</a:t>
            </a:r>
            <a:endParaRPr lang="en-US" sz="1050" dirty="0">
              <a:solidFill>
                <a:schemeClr val="bg1"/>
              </a:solidFill>
            </a:endParaRPr>
          </a:p>
        </p:txBody>
      </p:sp>
      <p:sp>
        <p:nvSpPr>
          <p:cNvPr id="37" name="TextBox 36">
            <a:extLst>
              <a:ext uri="{FF2B5EF4-FFF2-40B4-BE49-F238E27FC236}">
                <a16:creationId xmlns:a16="http://schemas.microsoft.com/office/drawing/2014/main" id="{4E9B59E4-3F18-4D8F-8377-638C3686F8E6}"/>
              </a:ext>
            </a:extLst>
          </p:cNvPr>
          <p:cNvSpPr txBox="1"/>
          <p:nvPr/>
        </p:nvSpPr>
        <p:spPr>
          <a:xfrm>
            <a:off x="4537141" y="2663290"/>
            <a:ext cx="1003540" cy="253850"/>
          </a:xfrm>
          <a:prstGeom prst="rect">
            <a:avLst/>
          </a:prstGeom>
          <a:noFill/>
        </p:spPr>
        <p:txBody>
          <a:bodyPr wrap="square" rtlCol="0">
            <a:spAutoFit/>
          </a:bodyPr>
          <a:lstStyle/>
          <a:p>
            <a:pPr algn="ctr"/>
            <a:r>
              <a:rPr lang="en-US" sz="1050" dirty="0">
                <a:solidFill>
                  <a:schemeClr val="bg1"/>
                </a:solidFill>
              </a:rPr>
              <a:t>Control Plane</a:t>
            </a:r>
          </a:p>
        </p:txBody>
      </p:sp>
      <p:sp>
        <p:nvSpPr>
          <p:cNvPr id="39" name="Rounded Rectangle 24">
            <a:extLst>
              <a:ext uri="{FF2B5EF4-FFF2-40B4-BE49-F238E27FC236}">
                <a16:creationId xmlns:a16="http://schemas.microsoft.com/office/drawing/2014/main" id="{EE81DA5A-EC66-4361-8852-C349648DEB01}"/>
              </a:ext>
            </a:extLst>
          </p:cNvPr>
          <p:cNvSpPr/>
          <p:nvPr/>
        </p:nvSpPr>
        <p:spPr>
          <a:xfrm>
            <a:off x="4202875" y="3118366"/>
            <a:ext cx="1672079" cy="271600"/>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API Server</a:t>
            </a:r>
          </a:p>
        </p:txBody>
      </p:sp>
      <p:sp>
        <p:nvSpPr>
          <p:cNvPr id="40" name="Rounded Rectangle 24">
            <a:extLst>
              <a:ext uri="{FF2B5EF4-FFF2-40B4-BE49-F238E27FC236}">
                <a16:creationId xmlns:a16="http://schemas.microsoft.com/office/drawing/2014/main" id="{B9B51E0D-5811-4864-A312-171D354EF40C}"/>
              </a:ext>
            </a:extLst>
          </p:cNvPr>
          <p:cNvSpPr/>
          <p:nvPr/>
        </p:nvSpPr>
        <p:spPr>
          <a:xfrm>
            <a:off x="4202874" y="3492482"/>
            <a:ext cx="1672079" cy="271600"/>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Scheduler</a:t>
            </a:r>
          </a:p>
        </p:txBody>
      </p:sp>
      <p:sp>
        <p:nvSpPr>
          <p:cNvPr id="41" name="Rounded Rectangle 24">
            <a:extLst>
              <a:ext uri="{FF2B5EF4-FFF2-40B4-BE49-F238E27FC236}">
                <a16:creationId xmlns:a16="http://schemas.microsoft.com/office/drawing/2014/main" id="{26C1A4CA-E5F8-4FAD-B297-0BF68702C692}"/>
              </a:ext>
            </a:extLst>
          </p:cNvPr>
          <p:cNvSpPr/>
          <p:nvPr/>
        </p:nvSpPr>
        <p:spPr>
          <a:xfrm>
            <a:off x="4202873" y="3866599"/>
            <a:ext cx="1672079" cy="271600"/>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latin typeface="Arial" panose="020B0604020202020204" pitchFamily="34" charset="0"/>
                <a:cs typeface="Arial" panose="020B0604020202020204" pitchFamily="34" charset="0"/>
              </a:rPr>
              <a:t>Controller-Manager</a:t>
            </a:r>
          </a:p>
        </p:txBody>
      </p:sp>
      <p:sp>
        <p:nvSpPr>
          <p:cNvPr id="42" name="Rounded Rectangle 24">
            <a:extLst>
              <a:ext uri="{FF2B5EF4-FFF2-40B4-BE49-F238E27FC236}">
                <a16:creationId xmlns:a16="http://schemas.microsoft.com/office/drawing/2014/main" id="{ADFA42A1-C86A-4219-8888-F497A98BA673}"/>
              </a:ext>
            </a:extLst>
          </p:cNvPr>
          <p:cNvSpPr/>
          <p:nvPr/>
        </p:nvSpPr>
        <p:spPr>
          <a:xfrm>
            <a:off x="4202872" y="4240714"/>
            <a:ext cx="1672079" cy="271600"/>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latin typeface="Arial" panose="020B0604020202020204" pitchFamily="34" charset="0"/>
                <a:cs typeface="Arial" panose="020B0604020202020204" pitchFamily="34" charset="0"/>
              </a:rPr>
              <a:t>etcd</a:t>
            </a:r>
            <a:endParaRPr lang="en-US" sz="900" dirty="0">
              <a:latin typeface="Arial" panose="020B0604020202020204" pitchFamily="34" charset="0"/>
              <a:cs typeface="Arial" panose="020B0604020202020204" pitchFamily="34" charset="0"/>
            </a:endParaRPr>
          </a:p>
        </p:txBody>
      </p:sp>
      <p:sp>
        <p:nvSpPr>
          <p:cNvPr id="43" name="Rounded Rectangle 24">
            <a:extLst>
              <a:ext uri="{FF2B5EF4-FFF2-40B4-BE49-F238E27FC236}">
                <a16:creationId xmlns:a16="http://schemas.microsoft.com/office/drawing/2014/main" id="{2A4D17E0-9C64-4033-B350-4AB42CEC2B56}"/>
              </a:ext>
            </a:extLst>
          </p:cNvPr>
          <p:cNvSpPr/>
          <p:nvPr/>
        </p:nvSpPr>
        <p:spPr>
          <a:xfrm>
            <a:off x="4040992" y="2984911"/>
            <a:ext cx="1976801" cy="1664418"/>
          </a:xfrm>
          <a:prstGeom prst="roundRect">
            <a:avLst>
              <a:gd name="adj" fmla="val 2378"/>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Arial" panose="020B0604020202020204" pitchFamily="34" charset="0"/>
              <a:cs typeface="Arial" panose="020B0604020202020204" pitchFamily="34" charset="0"/>
            </a:endParaRPr>
          </a:p>
        </p:txBody>
      </p:sp>
      <p:cxnSp>
        <p:nvCxnSpPr>
          <p:cNvPr id="46" name="Straight Arrow Connector 45">
            <a:extLst>
              <a:ext uri="{FF2B5EF4-FFF2-40B4-BE49-F238E27FC236}">
                <a16:creationId xmlns:a16="http://schemas.microsoft.com/office/drawing/2014/main" id="{AC9A71DA-3720-4F25-AF62-05CC455B7BA5}"/>
              </a:ext>
            </a:extLst>
          </p:cNvPr>
          <p:cNvCxnSpPr>
            <a:cxnSpLocks/>
          </p:cNvCxnSpPr>
          <p:nvPr/>
        </p:nvCxnSpPr>
        <p:spPr>
          <a:xfrm>
            <a:off x="2671627" y="3172711"/>
            <a:ext cx="1208800" cy="0"/>
          </a:xfrm>
          <a:prstGeom prst="straightConnector1">
            <a:avLst/>
          </a:prstGeom>
          <a:ln w="15875">
            <a:solidFill>
              <a:srgbClr val="727272"/>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DE2627B-E33B-4932-875B-AE9E33F19728}"/>
              </a:ext>
            </a:extLst>
          </p:cNvPr>
          <p:cNvCxnSpPr>
            <a:cxnSpLocks/>
          </p:cNvCxnSpPr>
          <p:nvPr/>
        </p:nvCxnSpPr>
        <p:spPr>
          <a:xfrm>
            <a:off x="2671627" y="4442251"/>
            <a:ext cx="1208800" cy="0"/>
          </a:xfrm>
          <a:prstGeom prst="straightConnector1">
            <a:avLst/>
          </a:prstGeom>
          <a:ln w="15875">
            <a:solidFill>
              <a:srgbClr val="727272"/>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91" name="Group 90">
            <a:extLst>
              <a:ext uri="{FF2B5EF4-FFF2-40B4-BE49-F238E27FC236}">
                <a16:creationId xmlns:a16="http://schemas.microsoft.com/office/drawing/2014/main" id="{5C31F3A0-9531-4B1B-B67D-CBE053119852}"/>
              </a:ext>
            </a:extLst>
          </p:cNvPr>
          <p:cNvGrpSpPr/>
          <p:nvPr/>
        </p:nvGrpSpPr>
        <p:grpSpPr>
          <a:xfrm>
            <a:off x="7499213" y="844150"/>
            <a:ext cx="3272741" cy="2498497"/>
            <a:chOff x="7576029" y="777370"/>
            <a:chExt cx="3273593" cy="2499148"/>
          </a:xfrm>
        </p:grpSpPr>
        <p:sp>
          <p:nvSpPr>
            <p:cNvPr id="48" name="Rounded Rectangle 24">
              <a:extLst>
                <a:ext uri="{FF2B5EF4-FFF2-40B4-BE49-F238E27FC236}">
                  <a16:creationId xmlns:a16="http://schemas.microsoft.com/office/drawing/2014/main" id="{28B13678-77F3-4F6A-9E38-A3167E9016AD}"/>
                </a:ext>
              </a:extLst>
            </p:cNvPr>
            <p:cNvSpPr/>
            <p:nvPr/>
          </p:nvSpPr>
          <p:spPr>
            <a:xfrm>
              <a:off x="7576029" y="1085850"/>
              <a:ext cx="3273593" cy="2190668"/>
            </a:xfrm>
            <a:prstGeom prst="roundRect">
              <a:avLst>
                <a:gd name="adj" fmla="val 2378"/>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Arial" panose="020B0604020202020204" pitchFamily="34" charset="0"/>
                <a:cs typeface="Arial" panose="020B0604020202020204" pitchFamily="34" charset="0"/>
              </a:endParaRPr>
            </a:p>
          </p:txBody>
        </p:sp>
        <p:sp>
          <p:nvSpPr>
            <p:cNvPr id="49" name="Rounded Rectangle 193">
              <a:extLst>
                <a:ext uri="{FF2B5EF4-FFF2-40B4-BE49-F238E27FC236}">
                  <a16:creationId xmlns:a16="http://schemas.microsoft.com/office/drawing/2014/main" id="{2C254F33-0D0E-4EAA-A878-C0AC5004B794}"/>
                </a:ext>
              </a:extLst>
            </p:cNvPr>
            <p:cNvSpPr/>
            <p:nvPr/>
          </p:nvSpPr>
          <p:spPr>
            <a:xfrm>
              <a:off x="7710342" y="1449197"/>
              <a:ext cx="929481" cy="1289903"/>
            </a:xfrm>
            <a:prstGeom prst="roundRect">
              <a:avLst/>
            </a:prstGeom>
            <a:noFill/>
            <a:ln w="22225">
              <a:solidFill>
                <a:srgbClr val="30E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Arial" panose="020B0604020202020204" pitchFamily="34" charset="0"/>
                <a:cs typeface="Arial" panose="020B0604020202020204" pitchFamily="34" charset="0"/>
              </a:endParaRPr>
            </a:p>
          </p:txBody>
        </p:sp>
        <p:sp>
          <p:nvSpPr>
            <p:cNvPr id="50" name="Rounded Rectangle 193">
              <a:extLst>
                <a:ext uri="{FF2B5EF4-FFF2-40B4-BE49-F238E27FC236}">
                  <a16:creationId xmlns:a16="http://schemas.microsoft.com/office/drawing/2014/main" id="{B4F0A93B-ADD5-4B7C-844F-61B523E748D0}"/>
                </a:ext>
              </a:extLst>
            </p:cNvPr>
            <p:cNvSpPr/>
            <p:nvPr/>
          </p:nvSpPr>
          <p:spPr>
            <a:xfrm>
              <a:off x="8746279" y="1449197"/>
              <a:ext cx="929481" cy="1289903"/>
            </a:xfrm>
            <a:prstGeom prst="roundRect">
              <a:avLst/>
            </a:prstGeom>
            <a:noFill/>
            <a:ln w="22225">
              <a:solidFill>
                <a:srgbClr val="30E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Arial" panose="020B0604020202020204" pitchFamily="34" charset="0"/>
                <a:cs typeface="Arial" panose="020B0604020202020204" pitchFamily="34" charset="0"/>
              </a:endParaRPr>
            </a:p>
          </p:txBody>
        </p:sp>
        <p:sp>
          <p:nvSpPr>
            <p:cNvPr id="51" name="Rounded Rectangle 193">
              <a:extLst>
                <a:ext uri="{FF2B5EF4-FFF2-40B4-BE49-F238E27FC236}">
                  <a16:creationId xmlns:a16="http://schemas.microsoft.com/office/drawing/2014/main" id="{85305A73-0786-49C8-AC14-755B4A42051F}"/>
                </a:ext>
              </a:extLst>
            </p:cNvPr>
            <p:cNvSpPr/>
            <p:nvPr/>
          </p:nvSpPr>
          <p:spPr>
            <a:xfrm>
              <a:off x="9773345" y="1449197"/>
              <a:ext cx="929481" cy="1289903"/>
            </a:xfrm>
            <a:prstGeom prst="roundRect">
              <a:avLst/>
            </a:prstGeom>
            <a:noFill/>
            <a:ln w="22225">
              <a:solidFill>
                <a:srgbClr val="30E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Arial" panose="020B0604020202020204" pitchFamily="34" charset="0"/>
                <a:cs typeface="Arial" panose="020B0604020202020204" pitchFamily="34" charset="0"/>
              </a:endParaRPr>
            </a:p>
          </p:txBody>
        </p:sp>
        <p:sp>
          <p:nvSpPr>
            <p:cNvPr id="52" name="Rounded Rectangle 193">
              <a:extLst>
                <a:ext uri="{FF2B5EF4-FFF2-40B4-BE49-F238E27FC236}">
                  <a16:creationId xmlns:a16="http://schemas.microsoft.com/office/drawing/2014/main" id="{CA8EB694-B6CA-41B6-A13C-237736AD09C2}"/>
                </a:ext>
              </a:extLst>
            </p:cNvPr>
            <p:cNvSpPr/>
            <p:nvPr/>
          </p:nvSpPr>
          <p:spPr>
            <a:xfrm>
              <a:off x="7737307" y="2901300"/>
              <a:ext cx="1425678" cy="249172"/>
            </a:xfrm>
            <a:prstGeom prst="roundRect">
              <a:avLst/>
            </a:prstGeom>
            <a:solidFill>
              <a:srgbClr val="6C9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solidFill>
                    <a:schemeClr val="bg1"/>
                  </a:solidFill>
                  <a:latin typeface="Arial" panose="020B0604020202020204" pitchFamily="34" charset="0"/>
                  <a:cs typeface="Arial" panose="020B0604020202020204" pitchFamily="34" charset="0"/>
                </a:rPr>
                <a:t>kubelet</a:t>
              </a:r>
              <a:endParaRPr lang="en-US" sz="900" dirty="0">
                <a:solidFill>
                  <a:schemeClr val="bg1"/>
                </a:solidFill>
                <a:latin typeface="Arial" panose="020B0604020202020204" pitchFamily="34" charset="0"/>
                <a:cs typeface="Arial" panose="020B0604020202020204" pitchFamily="34" charset="0"/>
              </a:endParaRPr>
            </a:p>
          </p:txBody>
        </p:sp>
        <p:sp>
          <p:nvSpPr>
            <p:cNvPr id="53" name="Rounded Rectangle 193">
              <a:extLst>
                <a:ext uri="{FF2B5EF4-FFF2-40B4-BE49-F238E27FC236}">
                  <a16:creationId xmlns:a16="http://schemas.microsoft.com/office/drawing/2014/main" id="{DC396578-3153-4CED-BD2F-FBC8A3C27CBD}"/>
                </a:ext>
              </a:extLst>
            </p:cNvPr>
            <p:cNvSpPr/>
            <p:nvPr/>
          </p:nvSpPr>
          <p:spPr>
            <a:xfrm>
              <a:off x="9305324" y="2901300"/>
              <a:ext cx="1397501" cy="249172"/>
            </a:xfrm>
            <a:prstGeom prst="roundRect">
              <a:avLst/>
            </a:prstGeom>
            <a:solidFill>
              <a:srgbClr val="6C9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solidFill>
                    <a:schemeClr val="bg1"/>
                  </a:solidFill>
                  <a:latin typeface="Arial" panose="020B0604020202020204" pitchFamily="34" charset="0"/>
                  <a:cs typeface="Arial" panose="020B0604020202020204" pitchFamily="34" charset="0"/>
                </a:rPr>
                <a:t>kube</a:t>
              </a:r>
              <a:r>
                <a:rPr lang="en-US" sz="900" dirty="0">
                  <a:solidFill>
                    <a:schemeClr val="bg1"/>
                  </a:solidFill>
                  <a:latin typeface="Arial" panose="020B0604020202020204" pitchFamily="34" charset="0"/>
                  <a:cs typeface="Arial" panose="020B0604020202020204" pitchFamily="34" charset="0"/>
                </a:rPr>
                <a:t>-proxy</a:t>
              </a:r>
            </a:p>
          </p:txBody>
        </p:sp>
        <p:sp>
          <p:nvSpPr>
            <p:cNvPr id="54" name="Rounded Rectangle 30">
              <a:extLst>
                <a:ext uri="{FF2B5EF4-FFF2-40B4-BE49-F238E27FC236}">
                  <a16:creationId xmlns:a16="http://schemas.microsoft.com/office/drawing/2014/main" id="{AFCC6460-8AAA-46A8-88C5-CEAF3B57797D}"/>
                </a:ext>
              </a:extLst>
            </p:cNvPr>
            <p:cNvSpPr/>
            <p:nvPr/>
          </p:nvSpPr>
          <p:spPr>
            <a:xfrm>
              <a:off x="7771390" y="1611396"/>
              <a:ext cx="807385" cy="27167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Container 1</a:t>
              </a:r>
            </a:p>
          </p:txBody>
        </p:sp>
        <p:sp>
          <p:nvSpPr>
            <p:cNvPr id="57" name="Rounded Rectangle 30">
              <a:extLst>
                <a:ext uri="{FF2B5EF4-FFF2-40B4-BE49-F238E27FC236}">
                  <a16:creationId xmlns:a16="http://schemas.microsoft.com/office/drawing/2014/main" id="{7444BEC5-CBB7-4B06-A9DE-E733CD1EB734}"/>
                </a:ext>
              </a:extLst>
            </p:cNvPr>
            <p:cNvSpPr/>
            <p:nvPr/>
          </p:nvSpPr>
          <p:spPr>
            <a:xfrm>
              <a:off x="7771390" y="1950486"/>
              <a:ext cx="807385" cy="27167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Container 2</a:t>
              </a:r>
            </a:p>
          </p:txBody>
        </p:sp>
        <p:sp>
          <p:nvSpPr>
            <p:cNvPr id="64" name="Rounded Rectangle 30">
              <a:extLst>
                <a:ext uri="{FF2B5EF4-FFF2-40B4-BE49-F238E27FC236}">
                  <a16:creationId xmlns:a16="http://schemas.microsoft.com/office/drawing/2014/main" id="{4264AD45-8AC7-427E-9C01-7373D9FAF079}"/>
                </a:ext>
              </a:extLst>
            </p:cNvPr>
            <p:cNvSpPr/>
            <p:nvPr/>
          </p:nvSpPr>
          <p:spPr>
            <a:xfrm>
              <a:off x="8811804" y="1954718"/>
              <a:ext cx="807385" cy="27167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Container 1</a:t>
              </a:r>
            </a:p>
          </p:txBody>
        </p:sp>
        <p:sp>
          <p:nvSpPr>
            <p:cNvPr id="66" name="Rounded Rectangle 30">
              <a:extLst>
                <a:ext uri="{FF2B5EF4-FFF2-40B4-BE49-F238E27FC236}">
                  <a16:creationId xmlns:a16="http://schemas.microsoft.com/office/drawing/2014/main" id="{9B63168A-2456-4D42-BD79-1EC3C6D187A2}"/>
                </a:ext>
              </a:extLst>
            </p:cNvPr>
            <p:cNvSpPr/>
            <p:nvPr/>
          </p:nvSpPr>
          <p:spPr>
            <a:xfrm>
              <a:off x="9837066" y="1611396"/>
              <a:ext cx="807385" cy="27167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Container 1</a:t>
              </a:r>
            </a:p>
          </p:txBody>
        </p:sp>
        <p:sp>
          <p:nvSpPr>
            <p:cNvPr id="67" name="Rounded Rectangle 30">
              <a:extLst>
                <a:ext uri="{FF2B5EF4-FFF2-40B4-BE49-F238E27FC236}">
                  <a16:creationId xmlns:a16="http://schemas.microsoft.com/office/drawing/2014/main" id="{EAC7D83D-B01E-499C-84DA-F3A03EFC1AFC}"/>
                </a:ext>
              </a:extLst>
            </p:cNvPr>
            <p:cNvSpPr/>
            <p:nvPr/>
          </p:nvSpPr>
          <p:spPr>
            <a:xfrm>
              <a:off x="9837066" y="1950486"/>
              <a:ext cx="807385" cy="27167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Container 2</a:t>
              </a:r>
            </a:p>
          </p:txBody>
        </p:sp>
        <p:sp>
          <p:nvSpPr>
            <p:cNvPr id="68" name="Rounded Rectangle 30">
              <a:extLst>
                <a:ext uri="{FF2B5EF4-FFF2-40B4-BE49-F238E27FC236}">
                  <a16:creationId xmlns:a16="http://schemas.microsoft.com/office/drawing/2014/main" id="{70AFE32A-EC88-4627-A916-AE2DFDC6D9C5}"/>
                </a:ext>
              </a:extLst>
            </p:cNvPr>
            <p:cNvSpPr/>
            <p:nvPr/>
          </p:nvSpPr>
          <p:spPr>
            <a:xfrm>
              <a:off x="9837066" y="2289576"/>
              <a:ext cx="807385" cy="27167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Container 3</a:t>
              </a:r>
            </a:p>
          </p:txBody>
        </p:sp>
        <p:sp>
          <p:nvSpPr>
            <p:cNvPr id="69" name="TextBox 68">
              <a:extLst>
                <a:ext uri="{FF2B5EF4-FFF2-40B4-BE49-F238E27FC236}">
                  <a16:creationId xmlns:a16="http://schemas.microsoft.com/office/drawing/2014/main" id="{D4438DAD-9F76-4C9A-BBD6-9740144C3FD6}"/>
                </a:ext>
              </a:extLst>
            </p:cNvPr>
            <p:cNvSpPr txBox="1"/>
            <p:nvPr/>
          </p:nvSpPr>
          <p:spPr>
            <a:xfrm>
              <a:off x="7906418" y="1184938"/>
              <a:ext cx="537327" cy="253916"/>
            </a:xfrm>
            <a:prstGeom prst="rect">
              <a:avLst/>
            </a:prstGeom>
            <a:noFill/>
          </p:spPr>
          <p:txBody>
            <a:bodyPr wrap="none" rtlCol="0">
              <a:spAutoFit/>
            </a:bodyPr>
            <a:lstStyle/>
            <a:p>
              <a:pPr algn="ctr"/>
              <a:r>
                <a:rPr lang="en-US" sz="1050" dirty="0">
                  <a:solidFill>
                    <a:schemeClr val="bg1"/>
                  </a:solidFill>
                </a:rPr>
                <a:t>Pod 1</a:t>
              </a:r>
            </a:p>
          </p:txBody>
        </p:sp>
        <p:sp>
          <p:nvSpPr>
            <p:cNvPr id="70" name="TextBox 69">
              <a:extLst>
                <a:ext uri="{FF2B5EF4-FFF2-40B4-BE49-F238E27FC236}">
                  <a16:creationId xmlns:a16="http://schemas.microsoft.com/office/drawing/2014/main" id="{A69BF8B3-14B9-44A5-84EF-D01AF22BA0C3}"/>
                </a:ext>
              </a:extLst>
            </p:cNvPr>
            <p:cNvSpPr txBox="1"/>
            <p:nvPr/>
          </p:nvSpPr>
          <p:spPr>
            <a:xfrm>
              <a:off x="8942355" y="1184938"/>
              <a:ext cx="537327" cy="253916"/>
            </a:xfrm>
            <a:prstGeom prst="rect">
              <a:avLst/>
            </a:prstGeom>
            <a:noFill/>
          </p:spPr>
          <p:txBody>
            <a:bodyPr wrap="none" rtlCol="0">
              <a:spAutoFit/>
            </a:bodyPr>
            <a:lstStyle/>
            <a:p>
              <a:pPr algn="ctr"/>
              <a:r>
                <a:rPr lang="en-US" sz="1050" dirty="0">
                  <a:solidFill>
                    <a:schemeClr val="bg1"/>
                  </a:solidFill>
                </a:rPr>
                <a:t>Pod 2</a:t>
              </a:r>
            </a:p>
          </p:txBody>
        </p:sp>
        <p:sp>
          <p:nvSpPr>
            <p:cNvPr id="71" name="TextBox 70">
              <a:extLst>
                <a:ext uri="{FF2B5EF4-FFF2-40B4-BE49-F238E27FC236}">
                  <a16:creationId xmlns:a16="http://schemas.microsoft.com/office/drawing/2014/main" id="{CE06C140-3566-49FF-9BE5-B695B2076300}"/>
                </a:ext>
              </a:extLst>
            </p:cNvPr>
            <p:cNvSpPr txBox="1"/>
            <p:nvPr/>
          </p:nvSpPr>
          <p:spPr>
            <a:xfrm>
              <a:off x="9969421" y="1184938"/>
              <a:ext cx="537327" cy="253916"/>
            </a:xfrm>
            <a:prstGeom prst="rect">
              <a:avLst/>
            </a:prstGeom>
            <a:noFill/>
          </p:spPr>
          <p:txBody>
            <a:bodyPr wrap="none" rtlCol="0">
              <a:spAutoFit/>
            </a:bodyPr>
            <a:lstStyle/>
            <a:p>
              <a:pPr algn="ctr"/>
              <a:r>
                <a:rPr lang="en-US" sz="1050" dirty="0">
                  <a:solidFill>
                    <a:schemeClr val="bg1"/>
                  </a:solidFill>
                </a:rPr>
                <a:t>Pod 3</a:t>
              </a:r>
            </a:p>
          </p:txBody>
        </p:sp>
        <p:sp>
          <p:nvSpPr>
            <p:cNvPr id="90" name="TextBox 89">
              <a:extLst>
                <a:ext uri="{FF2B5EF4-FFF2-40B4-BE49-F238E27FC236}">
                  <a16:creationId xmlns:a16="http://schemas.microsoft.com/office/drawing/2014/main" id="{1E063184-4D00-4336-A81D-E532F442055A}"/>
                </a:ext>
              </a:extLst>
            </p:cNvPr>
            <p:cNvSpPr txBox="1"/>
            <p:nvPr/>
          </p:nvSpPr>
          <p:spPr>
            <a:xfrm>
              <a:off x="8458122" y="777370"/>
              <a:ext cx="1409727" cy="253982"/>
            </a:xfrm>
            <a:prstGeom prst="rect">
              <a:avLst/>
            </a:prstGeom>
            <a:noFill/>
          </p:spPr>
          <p:txBody>
            <a:bodyPr wrap="none" lIns="91440" tIns="45720" rIns="91440" bIns="45720" rtlCol="0" anchor="t">
              <a:spAutoFit/>
            </a:bodyPr>
            <a:lstStyle/>
            <a:p>
              <a:pPr algn="ctr"/>
              <a:r>
                <a:rPr lang="en-US" sz="1050" dirty="0">
                  <a:solidFill>
                    <a:schemeClr val="bg1"/>
                  </a:solidFill>
                </a:rPr>
                <a:t>Worker Node 1 - Linux</a:t>
              </a:r>
            </a:p>
          </p:txBody>
        </p:sp>
      </p:grpSp>
      <p:sp>
        <p:nvSpPr>
          <p:cNvPr id="110" name="TextBox 109">
            <a:extLst>
              <a:ext uri="{FF2B5EF4-FFF2-40B4-BE49-F238E27FC236}">
                <a16:creationId xmlns:a16="http://schemas.microsoft.com/office/drawing/2014/main" id="{228E1290-E00D-46D2-A327-BBACF29ED787}"/>
              </a:ext>
            </a:extLst>
          </p:cNvPr>
          <p:cNvSpPr txBox="1"/>
          <p:nvPr/>
        </p:nvSpPr>
        <p:spPr>
          <a:xfrm>
            <a:off x="8467999" y="-3612347"/>
            <a:ext cx="1091682" cy="253850"/>
          </a:xfrm>
          <a:prstGeom prst="rect">
            <a:avLst/>
          </a:prstGeom>
          <a:noFill/>
        </p:spPr>
        <p:txBody>
          <a:bodyPr wrap="square" rtlCol="0">
            <a:spAutoFit/>
          </a:bodyPr>
          <a:lstStyle/>
          <a:p>
            <a:pPr algn="ctr"/>
            <a:r>
              <a:rPr lang="en-US" sz="1050" dirty="0">
                <a:solidFill>
                  <a:schemeClr val="bg1"/>
                </a:solidFill>
              </a:rPr>
              <a:t>Worker Node 1</a:t>
            </a:r>
          </a:p>
        </p:txBody>
      </p:sp>
      <p:sp>
        <p:nvSpPr>
          <p:cNvPr id="111" name="Rounded Rectangle 24">
            <a:extLst>
              <a:ext uri="{FF2B5EF4-FFF2-40B4-BE49-F238E27FC236}">
                <a16:creationId xmlns:a16="http://schemas.microsoft.com/office/drawing/2014/main" id="{D4050E77-97BD-4204-A192-9A4A85088E0C}"/>
              </a:ext>
            </a:extLst>
          </p:cNvPr>
          <p:cNvSpPr/>
          <p:nvPr/>
        </p:nvSpPr>
        <p:spPr>
          <a:xfrm>
            <a:off x="7497989" y="4121556"/>
            <a:ext cx="3272741" cy="2190098"/>
          </a:xfrm>
          <a:prstGeom prst="roundRect">
            <a:avLst>
              <a:gd name="adj" fmla="val 2378"/>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Arial" panose="020B0604020202020204" pitchFamily="34" charset="0"/>
              <a:cs typeface="Arial" panose="020B0604020202020204" pitchFamily="34" charset="0"/>
            </a:endParaRPr>
          </a:p>
        </p:txBody>
      </p:sp>
      <p:sp>
        <p:nvSpPr>
          <p:cNvPr id="112" name="Rounded Rectangle 193">
            <a:extLst>
              <a:ext uri="{FF2B5EF4-FFF2-40B4-BE49-F238E27FC236}">
                <a16:creationId xmlns:a16="http://schemas.microsoft.com/office/drawing/2014/main" id="{3F32BE1F-D57B-4B1D-8E1A-C788E2758939}"/>
              </a:ext>
            </a:extLst>
          </p:cNvPr>
          <p:cNvSpPr/>
          <p:nvPr/>
        </p:nvSpPr>
        <p:spPr>
          <a:xfrm>
            <a:off x="7632267" y="4484810"/>
            <a:ext cx="929239" cy="1289567"/>
          </a:xfrm>
          <a:prstGeom prst="roundRect">
            <a:avLst/>
          </a:prstGeom>
          <a:noFill/>
          <a:ln w="22225">
            <a:solidFill>
              <a:srgbClr val="30E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Arial" panose="020B0604020202020204" pitchFamily="34" charset="0"/>
              <a:cs typeface="Arial" panose="020B0604020202020204" pitchFamily="34" charset="0"/>
            </a:endParaRPr>
          </a:p>
        </p:txBody>
      </p:sp>
      <p:sp>
        <p:nvSpPr>
          <p:cNvPr id="113" name="Rounded Rectangle 193">
            <a:extLst>
              <a:ext uri="{FF2B5EF4-FFF2-40B4-BE49-F238E27FC236}">
                <a16:creationId xmlns:a16="http://schemas.microsoft.com/office/drawing/2014/main" id="{38390025-97A9-4537-B34E-58EF7CC9D22C}"/>
              </a:ext>
            </a:extLst>
          </p:cNvPr>
          <p:cNvSpPr/>
          <p:nvPr/>
        </p:nvSpPr>
        <p:spPr>
          <a:xfrm>
            <a:off x="8667934" y="4484810"/>
            <a:ext cx="929239" cy="1289567"/>
          </a:xfrm>
          <a:prstGeom prst="roundRect">
            <a:avLst/>
          </a:prstGeom>
          <a:noFill/>
          <a:ln w="22225">
            <a:solidFill>
              <a:srgbClr val="30E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Arial" panose="020B0604020202020204" pitchFamily="34" charset="0"/>
              <a:cs typeface="Arial" panose="020B0604020202020204" pitchFamily="34" charset="0"/>
            </a:endParaRPr>
          </a:p>
        </p:txBody>
      </p:sp>
      <p:sp>
        <p:nvSpPr>
          <p:cNvPr id="114" name="Rounded Rectangle 193">
            <a:extLst>
              <a:ext uri="{FF2B5EF4-FFF2-40B4-BE49-F238E27FC236}">
                <a16:creationId xmlns:a16="http://schemas.microsoft.com/office/drawing/2014/main" id="{0E1B8D11-DC18-4933-A6B4-4274F77D60CE}"/>
              </a:ext>
            </a:extLst>
          </p:cNvPr>
          <p:cNvSpPr/>
          <p:nvPr/>
        </p:nvSpPr>
        <p:spPr>
          <a:xfrm>
            <a:off x="9694733" y="4484810"/>
            <a:ext cx="929239" cy="1289567"/>
          </a:xfrm>
          <a:prstGeom prst="roundRect">
            <a:avLst/>
          </a:prstGeom>
          <a:noFill/>
          <a:ln w="22225">
            <a:solidFill>
              <a:srgbClr val="30E3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dirty="0">
              <a:latin typeface="Arial" panose="020B0604020202020204" pitchFamily="34" charset="0"/>
              <a:cs typeface="Arial" panose="020B0604020202020204" pitchFamily="34" charset="0"/>
            </a:endParaRPr>
          </a:p>
        </p:txBody>
      </p:sp>
      <p:sp>
        <p:nvSpPr>
          <p:cNvPr id="115" name="Rounded Rectangle 193">
            <a:extLst>
              <a:ext uri="{FF2B5EF4-FFF2-40B4-BE49-F238E27FC236}">
                <a16:creationId xmlns:a16="http://schemas.microsoft.com/office/drawing/2014/main" id="{326A0981-8F1F-4689-82C8-1624C0D90B61}"/>
              </a:ext>
            </a:extLst>
          </p:cNvPr>
          <p:cNvSpPr/>
          <p:nvPr/>
        </p:nvSpPr>
        <p:spPr>
          <a:xfrm>
            <a:off x="7659224" y="5936534"/>
            <a:ext cx="1425307" cy="249107"/>
          </a:xfrm>
          <a:prstGeom prst="roundRect">
            <a:avLst/>
          </a:prstGeom>
          <a:solidFill>
            <a:srgbClr val="6C9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solidFill>
                  <a:schemeClr val="bg1"/>
                </a:solidFill>
                <a:latin typeface="Arial" panose="020B0604020202020204" pitchFamily="34" charset="0"/>
                <a:cs typeface="Arial" panose="020B0604020202020204" pitchFamily="34" charset="0"/>
              </a:rPr>
              <a:t>kubelet</a:t>
            </a:r>
            <a:endParaRPr lang="en-US" sz="900" dirty="0">
              <a:solidFill>
                <a:schemeClr val="bg1"/>
              </a:solidFill>
              <a:latin typeface="Arial" panose="020B0604020202020204" pitchFamily="34" charset="0"/>
              <a:cs typeface="Arial" panose="020B0604020202020204" pitchFamily="34" charset="0"/>
            </a:endParaRPr>
          </a:p>
        </p:txBody>
      </p:sp>
      <p:sp>
        <p:nvSpPr>
          <p:cNvPr id="116" name="Rounded Rectangle 193">
            <a:extLst>
              <a:ext uri="{FF2B5EF4-FFF2-40B4-BE49-F238E27FC236}">
                <a16:creationId xmlns:a16="http://schemas.microsoft.com/office/drawing/2014/main" id="{8F58F726-5D69-409F-A0CB-4E13A08E60D1}"/>
              </a:ext>
            </a:extLst>
          </p:cNvPr>
          <p:cNvSpPr/>
          <p:nvPr/>
        </p:nvSpPr>
        <p:spPr>
          <a:xfrm>
            <a:off x="9226834" y="5936534"/>
            <a:ext cx="1397137" cy="249107"/>
          </a:xfrm>
          <a:prstGeom prst="roundRect">
            <a:avLst/>
          </a:prstGeom>
          <a:solidFill>
            <a:srgbClr val="6C96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solidFill>
                  <a:schemeClr val="bg1"/>
                </a:solidFill>
                <a:latin typeface="Arial" panose="020B0604020202020204" pitchFamily="34" charset="0"/>
                <a:cs typeface="Arial" panose="020B0604020202020204" pitchFamily="34" charset="0"/>
              </a:rPr>
              <a:t>kube</a:t>
            </a:r>
            <a:r>
              <a:rPr lang="en-US" sz="900" dirty="0">
                <a:solidFill>
                  <a:schemeClr val="bg1"/>
                </a:solidFill>
                <a:latin typeface="Arial" panose="020B0604020202020204" pitchFamily="34" charset="0"/>
                <a:cs typeface="Arial" panose="020B0604020202020204" pitchFamily="34" charset="0"/>
              </a:rPr>
              <a:t>-proxy</a:t>
            </a:r>
          </a:p>
        </p:txBody>
      </p:sp>
      <p:sp>
        <p:nvSpPr>
          <p:cNvPr id="118" name="Rounded Rectangle 30">
            <a:extLst>
              <a:ext uri="{FF2B5EF4-FFF2-40B4-BE49-F238E27FC236}">
                <a16:creationId xmlns:a16="http://schemas.microsoft.com/office/drawing/2014/main" id="{A47F7C83-9F5E-495A-BA5D-FAB00D25FA3B}"/>
              </a:ext>
            </a:extLst>
          </p:cNvPr>
          <p:cNvSpPr/>
          <p:nvPr/>
        </p:nvSpPr>
        <p:spPr>
          <a:xfrm>
            <a:off x="7693299" y="4985968"/>
            <a:ext cx="807175" cy="2716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Container 1</a:t>
            </a:r>
          </a:p>
        </p:txBody>
      </p:sp>
      <p:sp>
        <p:nvSpPr>
          <p:cNvPr id="120" name="Rounded Rectangle 30">
            <a:extLst>
              <a:ext uri="{FF2B5EF4-FFF2-40B4-BE49-F238E27FC236}">
                <a16:creationId xmlns:a16="http://schemas.microsoft.com/office/drawing/2014/main" id="{2C3F0D7E-D3C3-4CAD-9650-3277385C5611}"/>
              </a:ext>
            </a:extLst>
          </p:cNvPr>
          <p:cNvSpPr/>
          <p:nvPr/>
        </p:nvSpPr>
        <p:spPr>
          <a:xfrm>
            <a:off x="8733442" y="4651197"/>
            <a:ext cx="807175" cy="2716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Container 1</a:t>
            </a:r>
          </a:p>
        </p:txBody>
      </p:sp>
      <p:sp>
        <p:nvSpPr>
          <p:cNvPr id="121" name="Rounded Rectangle 30">
            <a:extLst>
              <a:ext uri="{FF2B5EF4-FFF2-40B4-BE49-F238E27FC236}">
                <a16:creationId xmlns:a16="http://schemas.microsoft.com/office/drawing/2014/main" id="{905958AB-46F9-4EB7-92EA-E4D605B40796}"/>
              </a:ext>
            </a:extLst>
          </p:cNvPr>
          <p:cNvSpPr/>
          <p:nvPr/>
        </p:nvSpPr>
        <p:spPr>
          <a:xfrm>
            <a:off x="8733442" y="4990199"/>
            <a:ext cx="807175" cy="2716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Container 2</a:t>
            </a:r>
          </a:p>
        </p:txBody>
      </p:sp>
      <p:sp>
        <p:nvSpPr>
          <p:cNvPr id="122" name="Rounded Rectangle 30">
            <a:extLst>
              <a:ext uri="{FF2B5EF4-FFF2-40B4-BE49-F238E27FC236}">
                <a16:creationId xmlns:a16="http://schemas.microsoft.com/office/drawing/2014/main" id="{E74E5967-F564-485C-9223-5994A72967C2}"/>
              </a:ext>
            </a:extLst>
          </p:cNvPr>
          <p:cNvSpPr/>
          <p:nvPr/>
        </p:nvSpPr>
        <p:spPr>
          <a:xfrm>
            <a:off x="8733442" y="5329201"/>
            <a:ext cx="807175" cy="2716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Container 3</a:t>
            </a:r>
          </a:p>
        </p:txBody>
      </p:sp>
      <p:sp>
        <p:nvSpPr>
          <p:cNvPr id="123" name="Rounded Rectangle 30">
            <a:extLst>
              <a:ext uri="{FF2B5EF4-FFF2-40B4-BE49-F238E27FC236}">
                <a16:creationId xmlns:a16="http://schemas.microsoft.com/office/drawing/2014/main" id="{2E7438AB-4FD6-48CD-8576-76B28F92AB83}"/>
              </a:ext>
            </a:extLst>
          </p:cNvPr>
          <p:cNvSpPr/>
          <p:nvPr/>
        </p:nvSpPr>
        <p:spPr>
          <a:xfrm>
            <a:off x="9758437" y="4646966"/>
            <a:ext cx="807175" cy="2716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Container 1</a:t>
            </a:r>
          </a:p>
        </p:txBody>
      </p:sp>
      <p:sp>
        <p:nvSpPr>
          <p:cNvPr id="125" name="Rounded Rectangle 30">
            <a:extLst>
              <a:ext uri="{FF2B5EF4-FFF2-40B4-BE49-F238E27FC236}">
                <a16:creationId xmlns:a16="http://schemas.microsoft.com/office/drawing/2014/main" id="{568372BB-AB74-4453-B2B6-11D6CA2EB5B4}"/>
              </a:ext>
            </a:extLst>
          </p:cNvPr>
          <p:cNvSpPr/>
          <p:nvPr/>
        </p:nvSpPr>
        <p:spPr>
          <a:xfrm>
            <a:off x="9758437" y="5324970"/>
            <a:ext cx="807175" cy="2716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Container 2</a:t>
            </a:r>
          </a:p>
        </p:txBody>
      </p:sp>
      <p:sp>
        <p:nvSpPr>
          <p:cNvPr id="126" name="TextBox 125">
            <a:extLst>
              <a:ext uri="{FF2B5EF4-FFF2-40B4-BE49-F238E27FC236}">
                <a16:creationId xmlns:a16="http://schemas.microsoft.com/office/drawing/2014/main" id="{A44178FB-579B-4AD8-B7FD-FA5CDDE0A904}"/>
              </a:ext>
            </a:extLst>
          </p:cNvPr>
          <p:cNvSpPr txBox="1"/>
          <p:nvPr/>
        </p:nvSpPr>
        <p:spPr>
          <a:xfrm>
            <a:off x="7828292" y="4220619"/>
            <a:ext cx="537187" cy="253850"/>
          </a:xfrm>
          <a:prstGeom prst="rect">
            <a:avLst/>
          </a:prstGeom>
          <a:noFill/>
        </p:spPr>
        <p:txBody>
          <a:bodyPr wrap="square" rtlCol="0">
            <a:spAutoFit/>
          </a:bodyPr>
          <a:lstStyle/>
          <a:p>
            <a:pPr algn="ctr"/>
            <a:r>
              <a:rPr lang="en-US" sz="1050" dirty="0">
                <a:solidFill>
                  <a:schemeClr val="bg1"/>
                </a:solidFill>
              </a:rPr>
              <a:t>Pod 1</a:t>
            </a:r>
          </a:p>
        </p:txBody>
      </p:sp>
      <p:sp>
        <p:nvSpPr>
          <p:cNvPr id="127" name="TextBox 126">
            <a:extLst>
              <a:ext uri="{FF2B5EF4-FFF2-40B4-BE49-F238E27FC236}">
                <a16:creationId xmlns:a16="http://schemas.microsoft.com/office/drawing/2014/main" id="{58FC299C-A86D-4725-9655-AF3860C75129}"/>
              </a:ext>
            </a:extLst>
          </p:cNvPr>
          <p:cNvSpPr txBox="1"/>
          <p:nvPr/>
        </p:nvSpPr>
        <p:spPr>
          <a:xfrm>
            <a:off x="8863959" y="4220619"/>
            <a:ext cx="537187" cy="253850"/>
          </a:xfrm>
          <a:prstGeom prst="rect">
            <a:avLst/>
          </a:prstGeom>
          <a:noFill/>
        </p:spPr>
        <p:txBody>
          <a:bodyPr wrap="square" rtlCol="0">
            <a:spAutoFit/>
          </a:bodyPr>
          <a:lstStyle/>
          <a:p>
            <a:pPr algn="ctr"/>
            <a:r>
              <a:rPr lang="en-US" sz="1050" dirty="0">
                <a:solidFill>
                  <a:schemeClr val="bg1"/>
                </a:solidFill>
              </a:rPr>
              <a:t>Pod 2</a:t>
            </a:r>
          </a:p>
        </p:txBody>
      </p:sp>
      <p:sp>
        <p:nvSpPr>
          <p:cNvPr id="128" name="TextBox 127">
            <a:extLst>
              <a:ext uri="{FF2B5EF4-FFF2-40B4-BE49-F238E27FC236}">
                <a16:creationId xmlns:a16="http://schemas.microsoft.com/office/drawing/2014/main" id="{BE8BBBE2-F76D-4AD1-AB8A-5898AA2EE316}"/>
              </a:ext>
            </a:extLst>
          </p:cNvPr>
          <p:cNvSpPr txBox="1"/>
          <p:nvPr/>
        </p:nvSpPr>
        <p:spPr>
          <a:xfrm>
            <a:off x="9890758" y="4220619"/>
            <a:ext cx="537187" cy="253850"/>
          </a:xfrm>
          <a:prstGeom prst="rect">
            <a:avLst/>
          </a:prstGeom>
          <a:noFill/>
        </p:spPr>
        <p:txBody>
          <a:bodyPr wrap="square" rtlCol="0">
            <a:spAutoFit/>
          </a:bodyPr>
          <a:lstStyle/>
          <a:p>
            <a:pPr algn="ctr"/>
            <a:r>
              <a:rPr lang="en-US" sz="1050" dirty="0">
                <a:solidFill>
                  <a:schemeClr val="bg1"/>
                </a:solidFill>
              </a:rPr>
              <a:t>Pod 3</a:t>
            </a:r>
          </a:p>
        </p:txBody>
      </p:sp>
      <p:sp>
        <p:nvSpPr>
          <p:cNvPr id="129" name="TextBox 128">
            <a:extLst>
              <a:ext uri="{FF2B5EF4-FFF2-40B4-BE49-F238E27FC236}">
                <a16:creationId xmlns:a16="http://schemas.microsoft.com/office/drawing/2014/main" id="{DD41BFFA-7026-4014-8854-287FD2243DF4}"/>
              </a:ext>
            </a:extLst>
          </p:cNvPr>
          <p:cNvSpPr txBox="1"/>
          <p:nvPr/>
        </p:nvSpPr>
        <p:spPr>
          <a:xfrm>
            <a:off x="8108496" y="3813157"/>
            <a:ext cx="1966409" cy="253916"/>
          </a:xfrm>
          <a:prstGeom prst="rect">
            <a:avLst/>
          </a:prstGeom>
          <a:noFill/>
        </p:spPr>
        <p:txBody>
          <a:bodyPr wrap="square" lIns="91440" tIns="45720" rIns="91440" bIns="45720" rtlCol="0" anchor="t">
            <a:spAutoFit/>
          </a:bodyPr>
          <a:lstStyle/>
          <a:p>
            <a:pPr algn="ctr"/>
            <a:r>
              <a:rPr lang="en-US" sz="1050" dirty="0">
                <a:solidFill>
                  <a:schemeClr val="bg1"/>
                </a:solidFill>
              </a:rPr>
              <a:t>Worker Node 2 -VxWorks</a:t>
            </a:r>
          </a:p>
        </p:txBody>
      </p:sp>
      <p:cxnSp>
        <p:nvCxnSpPr>
          <p:cNvPr id="208" name="Connector: Elbow 207">
            <a:extLst>
              <a:ext uri="{FF2B5EF4-FFF2-40B4-BE49-F238E27FC236}">
                <a16:creationId xmlns:a16="http://schemas.microsoft.com/office/drawing/2014/main" id="{CFAABCD2-43B5-4D06-96FC-3DE53E4916C4}"/>
              </a:ext>
            </a:extLst>
          </p:cNvPr>
          <p:cNvCxnSpPr>
            <a:cxnSpLocks/>
            <a:stCxn id="223" idx="3"/>
            <a:endCxn id="214" idx="1"/>
          </p:cNvCxnSpPr>
          <p:nvPr/>
        </p:nvCxnSpPr>
        <p:spPr>
          <a:xfrm flipV="1">
            <a:off x="6015811" y="3089650"/>
            <a:ext cx="1481033" cy="54638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0" name="Connector: Elbow 209">
            <a:extLst>
              <a:ext uri="{FF2B5EF4-FFF2-40B4-BE49-F238E27FC236}">
                <a16:creationId xmlns:a16="http://schemas.microsoft.com/office/drawing/2014/main" id="{C7E6A390-A797-4BAF-BA53-5DAEA9E459C5}"/>
              </a:ext>
            </a:extLst>
          </p:cNvPr>
          <p:cNvCxnSpPr>
            <a:cxnSpLocks/>
            <a:stCxn id="222" idx="3"/>
            <a:endCxn id="218" idx="1"/>
          </p:cNvCxnSpPr>
          <p:nvPr/>
        </p:nvCxnSpPr>
        <p:spPr>
          <a:xfrm>
            <a:off x="6018386" y="3981636"/>
            <a:ext cx="1478458" cy="20609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14" name="Rectangle 213">
            <a:extLst>
              <a:ext uri="{FF2B5EF4-FFF2-40B4-BE49-F238E27FC236}">
                <a16:creationId xmlns:a16="http://schemas.microsoft.com/office/drawing/2014/main" id="{320C5397-CAAC-4E5C-AC0F-DF3E00A67082}"/>
              </a:ext>
            </a:extLst>
          </p:cNvPr>
          <p:cNvSpPr/>
          <p:nvPr/>
        </p:nvSpPr>
        <p:spPr>
          <a:xfrm>
            <a:off x="7496844" y="2967528"/>
            <a:ext cx="3272741" cy="2442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18" name="Rectangle 217">
            <a:extLst>
              <a:ext uri="{FF2B5EF4-FFF2-40B4-BE49-F238E27FC236}">
                <a16:creationId xmlns:a16="http://schemas.microsoft.com/office/drawing/2014/main" id="{BA92C081-DBED-4F8E-BC64-AA39B59CFBD9}"/>
              </a:ext>
            </a:extLst>
          </p:cNvPr>
          <p:cNvSpPr/>
          <p:nvPr/>
        </p:nvSpPr>
        <p:spPr>
          <a:xfrm>
            <a:off x="7496844" y="5920477"/>
            <a:ext cx="3272741" cy="2442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22" name="Rectangle 221">
            <a:extLst>
              <a:ext uri="{FF2B5EF4-FFF2-40B4-BE49-F238E27FC236}">
                <a16:creationId xmlns:a16="http://schemas.microsoft.com/office/drawing/2014/main" id="{7B7F2FAC-C034-4781-84CE-9DB1F41A15B3}"/>
              </a:ext>
            </a:extLst>
          </p:cNvPr>
          <p:cNvSpPr/>
          <p:nvPr/>
        </p:nvSpPr>
        <p:spPr>
          <a:xfrm>
            <a:off x="4040400" y="3845837"/>
            <a:ext cx="1977986" cy="2715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223" name="Rectangle 222">
            <a:extLst>
              <a:ext uri="{FF2B5EF4-FFF2-40B4-BE49-F238E27FC236}">
                <a16:creationId xmlns:a16="http://schemas.microsoft.com/office/drawing/2014/main" id="{809AB875-F7A5-4738-93A0-1EA6B7DB92B2}"/>
              </a:ext>
            </a:extLst>
          </p:cNvPr>
          <p:cNvSpPr/>
          <p:nvPr/>
        </p:nvSpPr>
        <p:spPr>
          <a:xfrm>
            <a:off x="4037825" y="3500235"/>
            <a:ext cx="1977986" cy="2715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Tree>
    <p:extLst>
      <p:ext uri="{BB962C8B-B14F-4D97-AF65-F5344CB8AC3E}">
        <p14:creationId xmlns:p14="http://schemas.microsoft.com/office/powerpoint/2010/main" val="3805620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6E2442-7607-89A2-4CF5-0E29FB592F3F}"/>
              </a:ext>
            </a:extLst>
          </p:cNvPr>
          <p:cNvSpPr>
            <a:spLocks noGrp="1"/>
          </p:cNvSpPr>
          <p:nvPr>
            <p:ph type="body" sz="quarter" idx="14"/>
          </p:nvPr>
        </p:nvSpPr>
        <p:spPr/>
        <p:txBody>
          <a:bodyPr/>
          <a:lstStyle/>
          <a:p>
            <a:r>
              <a:rPr lang="en-US" sz="3150" dirty="0">
                <a:latin typeface="Arial"/>
                <a:cs typeface="Arial"/>
              </a:rPr>
              <a:t>ROS2 containers on VxWorks</a:t>
            </a:r>
            <a:endParaRPr lang="en-US" dirty="0"/>
          </a:p>
        </p:txBody>
      </p:sp>
      <p:pic>
        <p:nvPicPr>
          <p:cNvPr id="4" name="Picture 3">
            <a:extLst>
              <a:ext uri="{FF2B5EF4-FFF2-40B4-BE49-F238E27FC236}">
                <a16:creationId xmlns:a16="http://schemas.microsoft.com/office/drawing/2014/main" id="{6CA9E33A-377D-2518-A163-E279B2341AB9}"/>
              </a:ext>
            </a:extLst>
          </p:cNvPr>
          <p:cNvPicPr>
            <a:picLocks noChangeAspect="1"/>
          </p:cNvPicPr>
          <p:nvPr/>
        </p:nvPicPr>
        <p:blipFill>
          <a:blip r:embed="rId2"/>
          <a:stretch>
            <a:fillRect/>
          </a:stretch>
        </p:blipFill>
        <p:spPr>
          <a:xfrm>
            <a:off x="1470498" y="1708796"/>
            <a:ext cx="9238412" cy="4402303"/>
          </a:xfrm>
          <a:prstGeom prst="rect">
            <a:avLst/>
          </a:prstGeom>
        </p:spPr>
      </p:pic>
    </p:spTree>
    <p:extLst>
      <p:ext uri="{BB962C8B-B14F-4D97-AF65-F5344CB8AC3E}">
        <p14:creationId xmlns:p14="http://schemas.microsoft.com/office/powerpoint/2010/main" val="20924224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27A1E1-9CFB-BA64-17B4-38CD4EAA2A42}"/>
              </a:ext>
            </a:extLst>
          </p:cNvPr>
          <p:cNvSpPr>
            <a:spLocks noGrp="1"/>
          </p:cNvSpPr>
          <p:nvPr>
            <p:ph type="body" sz="quarter" idx="14"/>
          </p:nvPr>
        </p:nvSpPr>
        <p:spPr/>
        <p:txBody>
          <a:bodyPr/>
          <a:lstStyle/>
          <a:p>
            <a:r>
              <a:rPr lang="en-US" sz="3150" dirty="0">
                <a:latin typeface="Arial"/>
                <a:cs typeface="Arial"/>
              </a:rPr>
              <a:t>ROS2 VxWorks/Linux Kubernetes demo</a:t>
            </a:r>
            <a:endParaRPr lang="en-US" dirty="0"/>
          </a:p>
        </p:txBody>
      </p:sp>
      <p:pic>
        <p:nvPicPr>
          <p:cNvPr id="3" name="Picture 2">
            <a:extLst>
              <a:ext uri="{FF2B5EF4-FFF2-40B4-BE49-F238E27FC236}">
                <a16:creationId xmlns:a16="http://schemas.microsoft.com/office/drawing/2014/main" id="{11DEA598-F3BE-703D-61D5-A5CBB0A498DD}"/>
              </a:ext>
            </a:extLst>
          </p:cNvPr>
          <p:cNvPicPr>
            <a:picLocks noChangeAspect="1"/>
          </p:cNvPicPr>
          <p:nvPr/>
        </p:nvPicPr>
        <p:blipFill>
          <a:blip r:embed="rId2"/>
          <a:stretch>
            <a:fillRect/>
          </a:stretch>
        </p:blipFill>
        <p:spPr>
          <a:xfrm>
            <a:off x="1156616" y="1564114"/>
            <a:ext cx="7746994" cy="4175974"/>
          </a:xfrm>
          <a:prstGeom prst="rect">
            <a:avLst/>
          </a:prstGeom>
        </p:spPr>
      </p:pic>
    </p:spTree>
    <p:extLst>
      <p:ext uri="{BB962C8B-B14F-4D97-AF65-F5344CB8AC3E}">
        <p14:creationId xmlns:p14="http://schemas.microsoft.com/office/powerpoint/2010/main" val="28773501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B189A-D9F8-A10C-F048-FD28AC76BE8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B705A88-B5BF-D794-68D0-A675E0F9CB01}"/>
              </a:ext>
            </a:extLst>
          </p:cNvPr>
          <p:cNvSpPr>
            <a:spLocks noGrp="1"/>
          </p:cNvSpPr>
          <p:nvPr>
            <p:ph type="body" sz="quarter" idx="14"/>
          </p:nvPr>
        </p:nvSpPr>
        <p:spPr/>
        <p:txBody>
          <a:bodyPr/>
          <a:lstStyle/>
          <a:p>
            <a:r>
              <a:rPr lang="de-DE" sz="3150" dirty="0">
                <a:latin typeface="Arial"/>
                <a:cs typeface="Arial"/>
              </a:rPr>
              <a:t>Key Takeaways - </a:t>
            </a:r>
            <a:r>
              <a:rPr lang="en-US" sz="3200" b="0" dirty="0">
                <a:latin typeface="Calibri"/>
                <a:ea typeface="Calibri"/>
                <a:cs typeface="Calibri"/>
              </a:rPr>
              <a:t>Real-time + cloud-native = the future of edge robotics.</a:t>
            </a:r>
            <a:endParaRPr lang="de-DE" sz="3200" b="0" dirty="0">
              <a:solidFill>
                <a:srgbClr val="000000"/>
              </a:solidFill>
              <a:latin typeface="Calibri"/>
              <a:ea typeface="Calibri"/>
              <a:cs typeface="Calibri"/>
            </a:endParaRPr>
          </a:p>
          <a:p>
            <a:endParaRPr lang="de-DE" sz="3150" dirty="0"/>
          </a:p>
        </p:txBody>
      </p:sp>
      <p:sp>
        <p:nvSpPr>
          <p:cNvPr id="3" name="TextBox 2">
            <a:extLst>
              <a:ext uri="{FF2B5EF4-FFF2-40B4-BE49-F238E27FC236}">
                <a16:creationId xmlns:a16="http://schemas.microsoft.com/office/drawing/2014/main" id="{8A491448-D33E-D154-90BB-0F178CE808CC}"/>
              </a:ext>
            </a:extLst>
          </p:cNvPr>
          <p:cNvSpPr txBox="1"/>
          <p:nvPr/>
        </p:nvSpPr>
        <p:spPr>
          <a:xfrm>
            <a:off x="482578" y="1319250"/>
            <a:ext cx="11375593" cy="3046988"/>
          </a:xfrm>
          <a:prstGeom prst="rect">
            <a:avLst/>
          </a:prstGeom>
          <a:noFill/>
        </p:spPr>
        <p:txBody>
          <a:bodyPr wrap="square" lIns="91440" tIns="45720" rIns="91440" bIns="45720" rtlCol="0" anchor="t">
            <a:spAutoFit/>
          </a:bodyPr>
          <a:lstStyle/>
          <a:p>
            <a:pPr marL="457200" indent="-457200">
              <a:buFont typeface="Calibri"/>
              <a:buChar char="-"/>
            </a:pPr>
            <a:r>
              <a:rPr lang="en-US" sz="3200" b="1" dirty="0">
                <a:solidFill>
                  <a:schemeClr val="bg1"/>
                </a:solidFill>
              </a:rPr>
              <a:t>ROS 2 containers</a:t>
            </a:r>
            <a:r>
              <a:rPr lang="en-US" sz="3200" dirty="0">
                <a:solidFill>
                  <a:schemeClr val="bg1"/>
                </a:solidFill>
              </a:rPr>
              <a:t> unify development for RTOS and Linux.</a:t>
            </a:r>
            <a:endParaRPr lang="en-US" sz="3200">
              <a:solidFill>
                <a:schemeClr val="bg1"/>
              </a:solidFill>
              <a:ea typeface="Calibri"/>
              <a:cs typeface="Calibri"/>
            </a:endParaRPr>
          </a:p>
          <a:p>
            <a:pPr marL="285750" indent="-285750">
              <a:buFont typeface="Calibri"/>
              <a:buChar char="-"/>
            </a:pPr>
            <a:r>
              <a:rPr lang="en-US" sz="3200" b="1" dirty="0">
                <a:solidFill>
                  <a:schemeClr val="bg1"/>
                </a:solidFill>
              </a:rPr>
              <a:t>Kubernetes orchestration</a:t>
            </a:r>
            <a:r>
              <a:rPr lang="en-US" sz="3200" dirty="0">
                <a:solidFill>
                  <a:schemeClr val="bg1"/>
                </a:solidFill>
              </a:rPr>
              <a:t> extends to real-time edge.</a:t>
            </a:r>
            <a:endParaRPr lang="en-US" sz="3200">
              <a:solidFill>
                <a:schemeClr val="bg1"/>
              </a:solidFill>
              <a:ea typeface="Calibri"/>
              <a:cs typeface="Calibri"/>
            </a:endParaRPr>
          </a:p>
          <a:p>
            <a:pPr marL="285750" indent="-285750">
              <a:buFont typeface="Calibri"/>
              <a:buChar char="-"/>
            </a:pPr>
            <a:r>
              <a:rPr lang="en-US" sz="3200" b="1" dirty="0">
                <a:solidFill>
                  <a:schemeClr val="bg1"/>
                </a:solidFill>
              </a:rPr>
              <a:t>Hybrid architecture</a:t>
            </a:r>
            <a:r>
              <a:rPr lang="en-US" sz="3200" dirty="0">
                <a:solidFill>
                  <a:schemeClr val="bg1"/>
                </a:solidFill>
              </a:rPr>
              <a:t> bridges embedded determinism with cloud scalability.</a:t>
            </a:r>
            <a:endParaRPr lang="en-US" sz="3200">
              <a:solidFill>
                <a:schemeClr val="bg1"/>
              </a:solidFill>
              <a:ea typeface="Calibri"/>
              <a:cs typeface="Calibri"/>
            </a:endParaRPr>
          </a:p>
          <a:p>
            <a:pPr marL="285750" indent="-285750">
              <a:buFont typeface="Calibri"/>
              <a:buChar char="-"/>
            </a:pPr>
            <a:r>
              <a:rPr lang="en-US" sz="3200" b="1" dirty="0">
                <a:solidFill>
                  <a:schemeClr val="bg1"/>
                </a:solidFill>
              </a:rPr>
              <a:t>Wind River</a:t>
            </a:r>
            <a:r>
              <a:rPr lang="en-US" sz="3200" dirty="0">
                <a:solidFill>
                  <a:schemeClr val="bg1"/>
                </a:solidFill>
              </a:rPr>
              <a:t> enabling end-to-end edge robotics deployments.</a:t>
            </a:r>
            <a:endParaRPr lang="en-US" sz="3200">
              <a:solidFill>
                <a:schemeClr val="bg1"/>
              </a:solidFill>
              <a:ea typeface="Calibri"/>
              <a:cs typeface="Calibri"/>
            </a:endParaRPr>
          </a:p>
          <a:p>
            <a:endParaRPr lang="en-US" sz="3200" b="1" dirty="0">
              <a:solidFill>
                <a:schemeClr val="bg1"/>
              </a:solidFill>
              <a:ea typeface="Calibri" panose="020F0502020204030204"/>
              <a:cs typeface="Calibri" panose="020F0502020204030204"/>
            </a:endParaRPr>
          </a:p>
        </p:txBody>
      </p:sp>
    </p:spTree>
    <p:extLst>
      <p:ext uri="{BB962C8B-B14F-4D97-AF65-F5344CB8AC3E}">
        <p14:creationId xmlns:p14="http://schemas.microsoft.com/office/powerpoint/2010/main" val="35759679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04D5C-E132-59CC-5F04-43780C2BF30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7E5442B-37C1-A708-1125-36B932692BE3}"/>
              </a:ext>
            </a:extLst>
          </p:cNvPr>
          <p:cNvSpPr>
            <a:spLocks noGrp="1"/>
          </p:cNvSpPr>
          <p:nvPr>
            <p:ph type="body" sz="quarter" idx="14"/>
          </p:nvPr>
        </p:nvSpPr>
        <p:spPr/>
        <p:txBody>
          <a:bodyPr/>
          <a:lstStyle/>
          <a:p>
            <a:r>
              <a:rPr lang="en-US"/>
              <a:t>The Challenge: Real-Time Meets Cloud</a:t>
            </a:r>
          </a:p>
        </p:txBody>
      </p:sp>
      <p:sp>
        <p:nvSpPr>
          <p:cNvPr id="3" name="TextBox 2">
            <a:extLst>
              <a:ext uri="{FF2B5EF4-FFF2-40B4-BE49-F238E27FC236}">
                <a16:creationId xmlns:a16="http://schemas.microsoft.com/office/drawing/2014/main" id="{81FF8C50-469C-58C5-DEEE-52C2342FCB14}"/>
              </a:ext>
            </a:extLst>
          </p:cNvPr>
          <p:cNvSpPr txBox="1"/>
          <p:nvPr/>
        </p:nvSpPr>
        <p:spPr>
          <a:xfrm>
            <a:off x="482578" y="1319250"/>
            <a:ext cx="11375593" cy="4893647"/>
          </a:xfrm>
          <a:prstGeom prst="rect">
            <a:avLst/>
          </a:prstGeom>
          <a:noFill/>
        </p:spPr>
        <p:txBody>
          <a:bodyPr wrap="square" rtlCol="0">
            <a:spAutoFit/>
          </a:bodyPr>
          <a:lstStyle/>
          <a:p>
            <a:r>
              <a:rPr lang="en-US" sz="2400" b="1">
                <a:solidFill>
                  <a:schemeClr val="bg1"/>
                </a:solidFill>
              </a:rPr>
              <a:t>Key message:</a:t>
            </a:r>
            <a:r>
              <a:rPr lang="en-US" sz="2400">
                <a:solidFill>
                  <a:schemeClr val="bg1"/>
                </a:solidFill>
              </a:rPr>
              <a:t> Traditional real-time systems and cloud-native architectures live in different worlds.</a:t>
            </a:r>
          </a:p>
          <a:p>
            <a:r>
              <a:rPr lang="en-US" sz="2400" b="1">
                <a:solidFill>
                  <a:schemeClr val="bg1"/>
                </a:solidFill>
              </a:rPr>
              <a:t>Content:</a:t>
            </a:r>
            <a:endParaRPr lang="en-US" sz="2400">
              <a:solidFill>
                <a:schemeClr val="bg1"/>
              </a:solidFill>
            </a:endParaRPr>
          </a:p>
          <a:p>
            <a:r>
              <a:rPr lang="en-US" sz="2400" b="1">
                <a:solidFill>
                  <a:schemeClr val="bg1"/>
                </a:solidFill>
              </a:rPr>
              <a:t>RTOS world:</a:t>
            </a:r>
            <a:r>
              <a:rPr lang="en-US" sz="2400">
                <a:solidFill>
                  <a:schemeClr val="bg1"/>
                </a:solidFill>
              </a:rPr>
              <a:t> deterministic, safety-critical, resource-constrained.</a:t>
            </a:r>
          </a:p>
          <a:p>
            <a:r>
              <a:rPr lang="en-US" sz="2400" b="1">
                <a:solidFill>
                  <a:schemeClr val="bg1"/>
                </a:solidFill>
              </a:rPr>
              <a:t>Cloud world:</a:t>
            </a:r>
            <a:r>
              <a:rPr lang="en-US" sz="2400">
                <a:solidFill>
                  <a:schemeClr val="bg1"/>
                </a:solidFill>
              </a:rPr>
              <a:t> scalable, flexible, orchestrated, but not deterministic.</a:t>
            </a:r>
          </a:p>
          <a:p>
            <a:r>
              <a:rPr lang="en-US" sz="2400" b="1">
                <a:solidFill>
                  <a:schemeClr val="bg1"/>
                </a:solidFill>
              </a:rPr>
              <a:t>ROS 2</a:t>
            </a:r>
            <a:r>
              <a:rPr lang="en-US" sz="2400">
                <a:solidFill>
                  <a:schemeClr val="bg1"/>
                </a:solidFill>
              </a:rPr>
              <a:t> needs both: real-time control + cloud-scale intelligence.</a:t>
            </a:r>
          </a:p>
          <a:p>
            <a:r>
              <a:rPr lang="en-US" sz="2400" b="1">
                <a:solidFill>
                  <a:schemeClr val="bg1"/>
                </a:solidFill>
              </a:rPr>
              <a:t>Visuals:</a:t>
            </a:r>
            <a:endParaRPr lang="en-US" sz="2400">
              <a:solidFill>
                <a:schemeClr val="bg1"/>
              </a:solidFill>
            </a:endParaRPr>
          </a:p>
          <a:p>
            <a:r>
              <a:rPr lang="en-US" sz="2400">
                <a:solidFill>
                  <a:schemeClr val="bg1"/>
                </a:solidFill>
              </a:rPr>
              <a:t>Split diagram: </a:t>
            </a:r>
            <a:r>
              <a:rPr lang="en-US" sz="2400" i="1">
                <a:solidFill>
                  <a:schemeClr val="bg1"/>
                </a:solidFill>
              </a:rPr>
              <a:t>Edge (RTOS)</a:t>
            </a:r>
            <a:r>
              <a:rPr lang="en-US" sz="2400">
                <a:solidFill>
                  <a:schemeClr val="bg1"/>
                </a:solidFill>
              </a:rPr>
              <a:t> ↔ </a:t>
            </a:r>
            <a:r>
              <a:rPr lang="en-US" sz="2400" i="1">
                <a:solidFill>
                  <a:schemeClr val="bg1"/>
                </a:solidFill>
              </a:rPr>
              <a:t>Cloud (Kubernetes)</a:t>
            </a:r>
            <a:r>
              <a:rPr lang="en-US" sz="2400">
                <a:solidFill>
                  <a:schemeClr val="bg1"/>
                </a:solidFill>
              </a:rPr>
              <a:t>.</a:t>
            </a:r>
          </a:p>
          <a:p>
            <a:r>
              <a:rPr lang="en-US" sz="2400">
                <a:solidFill>
                  <a:schemeClr val="bg1"/>
                </a:solidFill>
              </a:rPr>
              <a:t>Latency, determinism, scalability metrics shown as trade-offs.</a:t>
            </a:r>
          </a:p>
          <a:p>
            <a:r>
              <a:rPr lang="en-US" sz="2400" b="1">
                <a:solidFill>
                  <a:schemeClr val="bg1"/>
                </a:solidFill>
              </a:rPr>
              <a:t>Talking points:</a:t>
            </a:r>
            <a:endParaRPr lang="en-US" sz="2400">
              <a:solidFill>
                <a:schemeClr val="bg1"/>
              </a:solidFill>
            </a:endParaRPr>
          </a:p>
          <a:p>
            <a:r>
              <a:rPr lang="en-US" sz="2400">
                <a:solidFill>
                  <a:schemeClr val="bg1"/>
                </a:solidFill>
              </a:rPr>
              <a:t>Real-time constraints on robots don’t go away when you move to the cloud.</a:t>
            </a:r>
          </a:p>
          <a:p>
            <a:r>
              <a:rPr lang="en-US" sz="2400">
                <a:solidFill>
                  <a:schemeClr val="bg1"/>
                </a:solidFill>
              </a:rPr>
              <a:t>Need an integrated model that spans </a:t>
            </a:r>
            <a:r>
              <a:rPr lang="en-US" sz="2400" b="1">
                <a:solidFill>
                  <a:schemeClr val="bg1"/>
                </a:solidFill>
              </a:rPr>
              <a:t>real-time edge</a:t>
            </a:r>
            <a:r>
              <a:rPr lang="en-US" sz="2400">
                <a:solidFill>
                  <a:schemeClr val="bg1"/>
                </a:solidFill>
              </a:rPr>
              <a:t> and </a:t>
            </a:r>
            <a:r>
              <a:rPr lang="en-US" sz="2400" b="1">
                <a:solidFill>
                  <a:schemeClr val="bg1"/>
                </a:solidFill>
              </a:rPr>
              <a:t>cloud orchestration</a:t>
            </a:r>
            <a:r>
              <a:rPr lang="en-US" sz="2400">
                <a:solidFill>
                  <a:schemeClr val="bg1"/>
                </a:solidFill>
              </a:rPr>
              <a:t>.</a:t>
            </a:r>
          </a:p>
          <a:p>
            <a:endParaRPr lang="en-US" sz="2400">
              <a:solidFill>
                <a:schemeClr val="bg1"/>
              </a:solidFill>
            </a:endParaRPr>
          </a:p>
        </p:txBody>
      </p:sp>
    </p:spTree>
    <p:extLst>
      <p:ext uri="{BB962C8B-B14F-4D97-AF65-F5344CB8AC3E}">
        <p14:creationId xmlns:p14="http://schemas.microsoft.com/office/powerpoint/2010/main" val="16266346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6539B-332C-2DB3-7A27-A090FE4C87B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70D1B6A-1411-3D62-9FD6-FE9FECDE6532}"/>
              </a:ext>
            </a:extLst>
          </p:cNvPr>
          <p:cNvSpPr>
            <a:spLocks noGrp="1"/>
          </p:cNvSpPr>
          <p:nvPr>
            <p:ph type="body" sz="quarter" idx="14"/>
          </p:nvPr>
        </p:nvSpPr>
        <p:spPr/>
        <p:txBody>
          <a:bodyPr/>
          <a:lstStyle/>
          <a:p>
            <a:r>
              <a:rPr lang="en-US"/>
              <a:t>Architecture: Hybrid ROS 2 Deployment</a:t>
            </a:r>
          </a:p>
        </p:txBody>
      </p:sp>
      <p:sp>
        <p:nvSpPr>
          <p:cNvPr id="3" name="TextBox 2">
            <a:extLst>
              <a:ext uri="{FF2B5EF4-FFF2-40B4-BE49-F238E27FC236}">
                <a16:creationId xmlns:a16="http://schemas.microsoft.com/office/drawing/2014/main" id="{3C2CC0EB-BB88-781A-BE4F-9F09B6A684FA}"/>
              </a:ext>
            </a:extLst>
          </p:cNvPr>
          <p:cNvSpPr txBox="1"/>
          <p:nvPr/>
        </p:nvSpPr>
        <p:spPr>
          <a:xfrm>
            <a:off x="482578" y="1319250"/>
            <a:ext cx="11375593" cy="4339650"/>
          </a:xfrm>
          <a:prstGeom prst="rect">
            <a:avLst/>
          </a:prstGeom>
          <a:noFill/>
        </p:spPr>
        <p:txBody>
          <a:bodyPr wrap="square" rtlCol="0">
            <a:spAutoFit/>
          </a:bodyPr>
          <a:lstStyle/>
          <a:p>
            <a:r>
              <a:rPr lang="de-DE" b="1">
                <a:solidFill>
                  <a:schemeClr val="bg1"/>
                </a:solidFill>
              </a:rPr>
              <a:t>Key message:</a:t>
            </a:r>
            <a:r>
              <a:rPr lang="de-DE">
                <a:solidFill>
                  <a:schemeClr val="bg1"/>
                </a:solidFill>
              </a:rPr>
              <a:t> Unified deployment model for ROS 2 on RTOS and Linux.</a:t>
            </a:r>
          </a:p>
          <a:p>
            <a:r>
              <a:rPr lang="de-DE" b="1">
                <a:solidFill>
                  <a:schemeClr val="bg1"/>
                </a:solidFill>
              </a:rPr>
              <a:t>Content:</a:t>
            </a:r>
            <a:endParaRPr lang="de-DE">
              <a:solidFill>
                <a:schemeClr val="bg1"/>
              </a:solidFill>
            </a:endParaRPr>
          </a:p>
          <a:p>
            <a:r>
              <a:rPr lang="de-DE">
                <a:solidFill>
                  <a:schemeClr val="bg1"/>
                </a:solidFill>
              </a:rPr>
              <a:t>ROS 2 nodes containerized using </a:t>
            </a:r>
            <a:r>
              <a:rPr lang="de-DE" b="1">
                <a:solidFill>
                  <a:schemeClr val="bg1"/>
                </a:solidFill>
              </a:rPr>
              <a:t>OCI-compatible containers</a:t>
            </a:r>
            <a:r>
              <a:rPr lang="de-DE">
                <a:solidFill>
                  <a:schemeClr val="bg1"/>
                </a:solidFill>
              </a:rPr>
              <a:t>.</a:t>
            </a:r>
          </a:p>
          <a:p>
            <a:r>
              <a:rPr lang="de-DE">
                <a:solidFill>
                  <a:schemeClr val="bg1"/>
                </a:solidFill>
              </a:rPr>
              <a:t>VxWorks and Linux both run </a:t>
            </a:r>
            <a:r>
              <a:rPr lang="de-DE" b="1">
                <a:solidFill>
                  <a:schemeClr val="bg1"/>
                </a:solidFill>
              </a:rPr>
              <a:t>ROS 2 containers</a:t>
            </a:r>
            <a:r>
              <a:rPr lang="de-DE">
                <a:solidFill>
                  <a:schemeClr val="bg1"/>
                </a:solidFill>
              </a:rPr>
              <a:t>.</a:t>
            </a:r>
          </a:p>
          <a:p>
            <a:r>
              <a:rPr lang="de-DE">
                <a:solidFill>
                  <a:schemeClr val="bg1"/>
                </a:solidFill>
              </a:rPr>
              <a:t>Kubernetes manages both — one control plane, multiple execution targets.</a:t>
            </a:r>
          </a:p>
          <a:p>
            <a:r>
              <a:rPr lang="de-DE" b="1">
                <a:solidFill>
                  <a:schemeClr val="bg1"/>
                </a:solidFill>
              </a:rPr>
              <a:t>Visuals:</a:t>
            </a:r>
            <a:endParaRPr lang="de-DE">
              <a:solidFill>
                <a:schemeClr val="bg1"/>
              </a:solidFill>
            </a:endParaRPr>
          </a:p>
          <a:p>
            <a:r>
              <a:rPr lang="de-DE">
                <a:solidFill>
                  <a:schemeClr val="bg1"/>
                </a:solidFill>
              </a:rPr>
              <a:t>Architecture diagram:</a:t>
            </a:r>
          </a:p>
          <a:p>
            <a:pPr lvl="1"/>
            <a:r>
              <a:rPr lang="de-DE">
                <a:solidFill>
                  <a:schemeClr val="bg1"/>
                </a:solidFill>
              </a:rPr>
              <a:t>Kubernetes master node (on Linux)</a:t>
            </a:r>
          </a:p>
          <a:p>
            <a:pPr lvl="1"/>
            <a:r>
              <a:rPr lang="de-DE">
                <a:solidFill>
                  <a:schemeClr val="bg1"/>
                </a:solidFill>
              </a:rPr>
              <a:t>Edge nodes: Linux and VxWorks</a:t>
            </a:r>
          </a:p>
          <a:p>
            <a:pPr lvl="1"/>
            <a:r>
              <a:rPr lang="de-DE">
                <a:solidFill>
                  <a:schemeClr val="bg1"/>
                </a:solidFill>
              </a:rPr>
              <a:t>ROS 2 topics spanning both.</a:t>
            </a:r>
          </a:p>
          <a:p>
            <a:r>
              <a:rPr lang="de-DE" b="1">
                <a:solidFill>
                  <a:schemeClr val="bg1"/>
                </a:solidFill>
              </a:rPr>
              <a:t>Talking points:</a:t>
            </a:r>
            <a:endParaRPr lang="de-DE">
              <a:solidFill>
                <a:schemeClr val="bg1"/>
              </a:solidFill>
            </a:endParaRPr>
          </a:p>
          <a:p>
            <a:r>
              <a:rPr lang="de-DE">
                <a:solidFill>
                  <a:schemeClr val="bg1"/>
                </a:solidFill>
              </a:rPr>
              <a:t>How Wind River enables OCI containers on </a:t>
            </a:r>
            <a:r>
              <a:rPr lang="de-DE" b="1">
                <a:solidFill>
                  <a:schemeClr val="bg1"/>
                </a:solidFill>
              </a:rPr>
              <a:t>VxWorks</a:t>
            </a:r>
            <a:r>
              <a:rPr lang="de-DE">
                <a:solidFill>
                  <a:schemeClr val="bg1"/>
                </a:solidFill>
              </a:rPr>
              <a:t>.</a:t>
            </a:r>
          </a:p>
          <a:p>
            <a:r>
              <a:rPr lang="de-DE">
                <a:solidFill>
                  <a:schemeClr val="bg1"/>
                </a:solidFill>
              </a:rPr>
              <a:t>Common build pipeline for RTOS and Linux containers.</a:t>
            </a:r>
          </a:p>
          <a:p>
            <a:r>
              <a:rPr lang="de-DE">
                <a:solidFill>
                  <a:schemeClr val="bg1"/>
                </a:solidFill>
              </a:rPr>
              <a:t>Benefits: consistency, manageability, portability.</a:t>
            </a:r>
          </a:p>
          <a:p>
            <a:endParaRPr lang="en-US" sz="2400">
              <a:solidFill>
                <a:schemeClr val="bg1"/>
              </a:solidFill>
            </a:endParaRPr>
          </a:p>
        </p:txBody>
      </p:sp>
    </p:spTree>
    <p:extLst>
      <p:ext uri="{BB962C8B-B14F-4D97-AF65-F5344CB8AC3E}">
        <p14:creationId xmlns:p14="http://schemas.microsoft.com/office/powerpoint/2010/main" val="40887386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71EA8-CCB0-58B7-3DB4-B611A40D29E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BF5A07C-8E47-06F7-FE04-2987C9DDDBF5}"/>
              </a:ext>
            </a:extLst>
          </p:cNvPr>
          <p:cNvSpPr>
            <a:spLocks noGrp="1"/>
          </p:cNvSpPr>
          <p:nvPr>
            <p:ph type="body" sz="quarter" idx="14"/>
          </p:nvPr>
        </p:nvSpPr>
        <p:spPr/>
        <p:txBody>
          <a:bodyPr/>
          <a:lstStyle/>
          <a:p>
            <a:r>
              <a:rPr lang="en-US"/>
              <a:t>Real-Time in a Cloud-Native World</a:t>
            </a:r>
          </a:p>
        </p:txBody>
      </p:sp>
      <p:sp>
        <p:nvSpPr>
          <p:cNvPr id="3" name="TextBox 2">
            <a:extLst>
              <a:ext uri="{FF2B5EF4-FFF2-40B4-BE49-F238E27FC236}">
                <a16:creationId xmlns:a16="http://schemas.microsoft.com/office/drawing/2014/main" id="{A897979D-E0AB-2F4C-8205-30DA4A8AACED}"/>
              </a:ext>
            </a:extLst>
          </p:cNvPr>
          <p:cNvSpPr txBox="1"/>
          <p:nvPr/>
        </p:nvSpPr>
        <p:spPr>
          <a:xfrm>
            <a:off x="482578" y="1319250"/>
            <a:ext cx="11375593" cy="4062651"/>
          </a:xfrm>
          <a:prstGeom prst="rect">
            <a:avLst/>
          </a:prstGeom>
          <a:noFill/>
        </p:spPr>
        <p:txBody>
          <a:bodyPr wrap="square" rtlCol="0">
            <a:spAutoFit/>
          </a:bodyPr>
          <a:lstStyle/>
          <a:p>
            <a:r>
              <a:rPr lang="en-US" b="1">
                <a:solidFill>
                  <a:schemeClr val="bg1"/>
                </a:solidFill>
              </a:rPr>
              <a:t>Key message:</a:t>
            </a:r>
            <a:r>
              <a:rPr lang="en-US">
                <a:solidFill>
                  <a:schemeClr val="bg1"/>
                </a:solidFill>
              </a:rPr>
              <a:t> Determinism and orchestration can coexist.</a:t>
            </a:r>
          </a:p>
          <a:p>
            <a:r>
              <a:rPr lang="en-US" b="1">
                <a:solidFill>
                  <a:schemeClr val="bg1"/>
                </a:solidFill>
              </a:rPr>
              <a:t>Content:</a:t>
            </a:r>
            <a:endParaRPr lang="en-US">
              <a:solidFill>
                <a:schemeClr val="bg1"/>
              </a:solidFill>
            </a:endParaRPr>
          </a:p>
          <a:p>
            <a:r>
              <a:rPr lang="en-US">
                <a:solidFill>
                  <a:schemeClr val="bg1"/>
                </a:solidFill>
              </a:rPr>
              <a:t>Real-time containers run on RTOS (VxWorks).</a:t>
            </a:r>
          </a:p>
          <a:p>
            <a:r>
              <a:rPr lang="en-US">
                <a:solidFill>
                  <a:schemeClr val="bg1"/>
                </a:solidFill>
              </a:rPr>
              <a:t>Non-real-time and orchestration logic runs on Linux.</a:t>
            </a:r>
          </a:p>
          <a:p>
            <a:r>
              <a:rPr lang="en-US">
                <a:solidFill>
                  <a:schemeClr val="bg1"/>
                </a:solidFill>
              </a:rPr>
              <a:t>Communication through ROS 2 DDS middleware.</a:t>
            </a:r>
          </a:p>
          <a:p>
            <a:r>
              <a:rPr lang="en-US">
                <a:solidFill>
                  <a:schemeClr val="bg1"/>
                </a:solidFill>
              </a:rPr>
              <a:t>Integration with cloud for monitoring and deployment updates.</a:t>
            </a:r>
          </a:p>
          <a:p>
            <a:r>
              <a:rPr lang="en-US" b="1">
                <a:solidFill>
                  <a:schemeClr val="bg1"/>
                </a:solidFill>
              </a:rPr>
              <a:t>Visuals:</a:t>
            </a:r>
            <a:endParaRPr lang="en-US">
              <a:solidFill>
                <a:schemeClr val="bg1"/>
              </a:solidFill>
            </a:endParaRPr>
          </a:p>
          <a:p>
            <a:r>
              <a:rPr lang="en-US">
                <a:solidFill>
                  <a:schemeClr val="bg1"/>
                </a:solidFill>
              </a:rPr>
              <a:t>Timeline or flow diagram showing data moving from sensor (RTOS) → edge (Linux) → cloud (K8s dashboard).</a:t>
            </a:r>
          </a:p>
          <a:p>
            <a:r>
              <a:rPr lang="en-US">
                <a:solidFill>
                  <a:schemeClr val="bg1"/>
                </a:solidFill>
              </a:rPr>
              <a:t>Emphasize latency bounds, orchestration cycle.</a:t>
            </a:r>
          </a:p>
          <a:p>
            <a:r>
              <a:rPr lang="en-US" b="1">
                <a:solidFill>
                  <a:schemeClr val="bg1"/>
                </a:solidFill>
              </a:rPr>
              <a:t>Talking points:</a:t>
            </a:r>
            <a:endParaRPr lang="en-US">
              <a:solidFill>
                <a:schemeClr val="bg1"/>
              </a:solidFill>
            </a:endParaRPr>
          </a:p>
          <a:p>
            <a:r>
              <a:rPr lang="en-US">
                <a:solidFill>
                  <a:schemeClr val="bg1"/>
                </a:solidFill>
              </a:rPr>
              <a:t>Deterministic scheduling in VxWorks containers.</a:t>
            </a:r>
          </a:p>
          <a:p>
            <a:r>
              <a:rPr lang="en-US">
                <a:solidFill>
                  <a:schemeClr val="bg1"/>
                </a:solidFill>
              </a:rPr>
              <a:t>Kubernetes scheduling policies aware of real-time nodes (conceptually).</a:t>
            </a:r>
          </a:p>
          <a:p>
            <a:r>
              <a:rPr lang="en-US">
                <a:solidFill>
                  <a:schemeClr val="bg1"/>
                </a:solidFill>
              </a:rPr>
              <a:t>Unified observability across edge and cloud.</a:t>
            </a:r>
          </a:p>
          <a:p>
            <a:endParaRPr lang="en-US" sz="2400">
              <a:solidFill>
                <a:schemeClr val="bg1"/>
              </a:solidFill>
            </a:endParaRPr>
          </a:p>
        </p:txBody>
      </p:sp>
    </p:spTree>
    <p:extLst>
      <p:ext uri="{BB962C8B-B14F-4D97-AF65-F5344CB8AC3E}">
        <p14:creationId xmlns:p14="http://schemas.microsoft.com/office/powerpoint/2010/main" val="8966464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012B4-936A-249C-7AFA-4C833155CA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823EA6D-BADA-A62B-7789-1A16DD12D84F}"/>
              </a:ext>
            </a:extLst>
          </p:cNvPr>
          <p:cNvSpPr>
            <a:spLocks noGrp="1"/>
          </p:cNvSpPr>
          <p:nvPr>
            <p:ph type="body" sz="quarter" idx="14"/>
          </p:nvPr>
        </p:nvSpPr>
        <p:spPr/>
        <p:txBody>
          <a:bodyPr/>
          <a:lstStyle/>
          <a:p>
            <a:r>
              <a:rPr lang="de-DE"/>
              <a:t>Demo Overview</a:t>
            </a:r>
            <a:endParaRPr lang="en-US"/>
          </a:p>
        </p:txBody>
      </p:sp>
      <p:sp>
        <p:nvSpPr>
          <p:cNvPr id="3" name="TextBox 2">
            <a:extLst>
              <a:ext uri="{FF2B5EF4-FFF2-40B4-BE49-F238E27FC236}">
                <a16:creationId xmlns:a16="http://schemas.microsoft.com/office/drawing/2014/main" id="{1EE6F496-0738-C8BD-7193-4A4A54A35DF3}"/>
              </a:ext>
            </a:extLst>
          </p:cNvPr>
          <p:cNvSpPr txBox="1"/>
          <p:nvPr/>
        </p:nvSpPr>
        <p:spPr>
          <a:xfrm>
            <a:off x="482579" y="1319250"/>
            <a:ext cx="10787934" cy="1754326"/>
          </a:xfrm>
          <a:prstGeom prst="rect">
            <a:avLst/>
          </a:prstGeom>
          <a:noFill/>
        </p:spPr>
        <p:txBody>
          <a:bodyPr wrap="square" lIns="91440" tIns="45720" rIns="91440" bIns="45720" rtlCol="0" anchor="t">
            <a:spAutoFit/>
          </a:bodyPr>
          <a:lstStyle/>
          <a:p>
            <a:r>
              <a:rPr lang="de-DE" b="1">
                <a:solidFill>
                  <a:schemeClr val="bg1"/>
                </a:solidFill>
              </a:rPr>
              <a:t>Key message:</a:t>
            </a:r>
            <a:r>
              <a:rPr lang="de-DE">
                <a:solidFill>
                  <a:schemeClr val="bg1"/>
                </a:solidFill>
              </a:rPr>
              <a:t> Hybrid ROS 2 system in action.</a:t>
            </a:r>
          </a:p>
          <a:p>
            <a:r>
              <a:rPr lang="de-DE" b="1">
                <a:solidFill>
                  <a:schemeClr val="bg1"/>
                </a:solidFill>
              </a:rPr>
              <a:t>Content:</a:t>
            </a:r>
            <a:endParaRPr lang="de-DE">
              <a:solidFill>
                <a:schemeClr val="bg1"/>
              </a:solidFill>
            </a:endParaRPr>
          </a:p>
          <a:p>
            <a:r>
              <a:rPr lang="de-DE">
                <a:solidFill>
                  <a:schemeClr val="bg1"/>
                </a:solidFill>
              </a:rPr>
              <a:t>Show </a:t>
            </a:r>
            <a:r>
              <a:rPr lang="de-DE" err="1">
                <a:solidFill>
                  <a:schemeClr val="bg1"/>
                </a:solidFill>
              </a:rPr>
              <a:t>containers</a:t>
            </a:r>
            <a:r>
              <a:rPr lang="de-DE">
                <a:solidFill>
                  <a:schemeClr val="bg1"/>
                </a:solidFill>
              </a:rPr>
              <a:t> </a:t>
            </a:r>
            <a:r>
              <a:rPr lang="de-DE" err="1">
                <a:solidFill>
                  <a:schemeClr val="bg1"/>
                </a:solidFill>
              </a:rPr>
              <a:t>build</a:t>
            </a:r>
            <a:br>
              <a:rPr lang="en-US"/>
            </a:br>
            <a:r>
              <a:rPr lang="de-DE" err="1">
                <a:solidFill>
                  <a:schemeClr val="bg1"/>
                </a:solidFill>
                <a:ea typeface="Calibri"/>
                <a:cs typeface="Calibri"/>
              </a:rPr>
              <a:t>download</a:t>
            </a:r>
            <a:r>
              <a:rPr lang="de-DE">
                <a:solidFill>
                  <a:schemeClr val="bg1"/>
                </a:solidFill>
                <a:ea typeface="Calibri"/>
                <a:cs typeface="Calibri"/>
              </a:rPr>
              <a:t> </a:t>
            </a:r>
            <a:r>
              <a:rPr lang="de-DE" err="1">
                <a:solidFill>
                  <a:schemeClr val="bg1"/>
                </a:solidFill>
                <a:ea typeface="Calibri"/>
                <a:cs typeface="Calibri"/>
              </a:rPr>
              <a:t>containers</a:t>
            </a:r>
            <a:r>
              <a:rPr lang="de-DE">
                <a:solidFill>
                  <a:schemeClr val="bg1"/>
                </a:solidFill>
                <a:ea typeface="Calibri"/>
                <a:cs typeface="Calibri"/>
              </a:rPr>
              <a:t> </a:t>
            </a:r>
            <a:r>
              <a:rPr lang="de-DE" err="1">
                <a:solidFill>
                  <a:schemeClr val="bg1"/>
                </a:solidFill>
                <a:ea typeface="Calibri"/>
                <a:cs typeface="Calibri"/>
              </a:rPr>
              <a:t>from</a:t>
            </a:r>
            <a:r>
              <a:rPr lang="de-DE">
                <a:solidFill>
                  <a:schemeClr val="bg1"/>
                </a:solidFill>
                <a:ea typeface="Calibri"/>
                <a:cs typeface="Calibri"/>
              </a:rPr>
              <a:t> </a:t>
            </a:r>
            <a:r>
              <a:rPr lang="de-DE" err="1">
                <a:solidFill>
                  <a:schemeClr val="bg1"/>
                </a:solidFill>
                <a:ea typeface="Calibri"/>
                <a:cs typeface="Calibri"/>
              </a:rPr>
              <a:t>registry</a:t>
            </a:r>
            <a:r>
              <a:rPr lang="de-DE">
                <a:solidFill>
                  <a:schemeClr val="bg1"/>
                </a:solidFill>
                <a:ea typeface="Calibri"/>
                <a:cs typeface="Calibri"/>
              </a:rPr>
              <a:t> </a:t>
            </a:r>
            <a:r>
              <a:rPr lang="de-DE" err="1">
                <a:solidFill>
                  <a:schemeClr val="bg1"/>
                </a:solidFill>
                <a:ea typeface="Calibri"/>
                <a:cs typeface="Calibri"/>
              </a:rPr>
              <a:t>using</a:t>
            </a:r>
            <a:r>
              <a:rPr lang="de-DE">
                <a:solidFill>
                  <a:schemeClr val="bg1"/>
                </a:solidFill>
                <a:ea typeface="Calibri"/>
                <a:cs typeface="Calibri"/>
              </a:rPr>
              <a:t> </a:t>
            </a:r>
            <a:r>
              <a:rPr lang="de-DE" err="1">
                <a:solidFill>
                  <a:schemeClr val="bg1"/>
                </a:solidFill>
                <a:ea typeface="Calibri"/>
                <a:cs typeface="Calibri"/>
              </a:rPr>
              <a:t>kubernetes</a:t>
            </a:r>
            <a:br>
              <a:rPr lang="en-US"/>
            </a:br>
            <a:r>
              <a:rPr lang="de-DE" err="1">
                <a:solidFill>
                  <a:schemeClr val="bg1"/>
                </a:solidFill>
                <a:ea typeface="Calibri"/>
                <a:cs typeface="Calibri"/>
              </a:rPr>
              <a:t>unpck</a:t>
            </a:r>
            <a:r>
              <a:rPr lang="de-DE">
                <a:solidFill>
                  <a:schemeClr val="bg1"/>
                </a:solidFill>
                <a:ea typeface="Calibri"/>
                <a:cs typeface="Calibri"/>
              </a:rPr>
              <a:t> and </a:t>
            </a:r>
            <a:r>
              <a:rPr lang="de-DE" err="1">
                <a:solidFill>
                  <a:schemeClr val="bg1"/>
                </a:solidFill>
                <a:ea typeface="Calibri"/>
                <a:cs typeface="Calibri"/>
              </a:rPr>
              <a:t>run</a:t>
            </a:r>
            <a:r>
              <a:rPr lang="de-DE">
                <a:solidFill>
                  <a:schemeClr val="bg1"/>
                </a:solidFill>
                <a:ea typeface="Calibri"/>
                <a:cs typeface="Calibri"/>
              </a:rPr>
              <a:t> </a:t>
            </a:r>
            <a:r>
              <a:rPr lang="de-DE" err="1">
                <a:solidFill>
                  <a:schemeClr val="bg1"/>
                </a:solidFill>
                <a:ea typeface="Calibri"/>
                <a:cs typeface="Calibri"/>
              </a:rPr>
              <a:t>them</a:t>
            </a:r>
            <a:br>
              <a:rPr lang="en-US"/>
            </a:br>
            <a:r>
              <a:rPr lang="de-DE">
                <a:solidFill>
                  <a:schemeClr val="bg1"/>
                </a:solidFill>
                <a:ea typeface="Calibri"/>
                <a:cs typeface="Calibri"/>
              </a:rPr>
              <a:t>monitor </a:t>
            </a:r>
            <a:r>
              <a:rPr lang="de-DE" err="1">
                <a:solidFill>
                  <a:schemeClr val="bg1"/>
                </a:solidFill>
                <a:ea typeface="Calibri"/>
                <a:cs typeface="Calibri"/>
              </a:rPr>
              <a:t>them</a:t>
            </a:r>
            <a:r>
              <a:rPr lang="de-DE">
                <a:solidFill>
                  <a:schemeClr val="bg1"/>
                </a:solidFill>
                <a:ea typeface="Calibri"/>
                <a:cs typeface="Calibri"/>
              </a:rPr>
              <a:t>  </a:t>
            </a:r>
            <a:endParaRPr lang="de-DE" err="1">
              <a:solidFill>
                <a:schemeClr val="bg1"/>
              </a:solidFill>
              <a:ea typeface="Calibri"/>
              <a:cs typeface="Calibri"/>
            </a:endParaRPr>
          </a:p>
        </p:txBody>
      </p:sp>
    </p:spTree>
    <p:extLst>
      <p:ext uri="{BB962C8B-B14F-4D97-AF65-F5344CB8AC3E}">
        <p14:creationId xmlns:p14="http://schemas.microsoft.com/office/powerpoint/2010/main" val="21126372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8F3EC-8531-1710-7F2B-5A1A42EC617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EF36748-F93C-C604-27F1-16978002EEF8}"/>
              </a:ext>
            </a:extLst>
          </p:cNvPr>
          <p:cNvSpPr>
            <a:spLocks noGrp="1"/>
          </p:cNvSpPr>
          <p:nvPr>
            <p:ph type="body" sz="quarter" idx="14"/>
          </p:nvPr>
        </p:nvSpPr>
        <p:spPr/>
        <p:txBody>
          <a:bodyPr/>
          <a:lstStyle/>
          <a:p>
            <a:r>
              <a:rPr lang="de-DE"/>
              <a:t>Demo Overview</a:t>
            </a:r>
            <a:endParaRPr lang="en-US"/>
          </a:p>
        </p:txBody>
      </p:sp>
      <p:sp>
        <p:nvSpPr>
          <p:cNvPr id="3" name="TextBox 2">
            <a:extLst>
              <a:ext uri="{FF2B5EF4-FFF2-40B4-BE49-F238E27FC236}">
                <a16:creationId xmlns:a16="http://schemas.microsoft.com/office/drawing/2014/main" id="{717645F2-50D2-D081-0B6E-9F6446335275}"/>
              </a:ext>
            </a:extLst>
          </p:cNvPr>
          <p:cNvSpPr txBox="1"/>
          <p:nvPr/>
        </p:nvSpPr>
        <p:spPr>
          <a:xfrm>
            <a:off x="482579" y="1319250"/>
            <a:ext cx="10787934" cy="3508653"/>
          </a:xfrm>
          <a:prstGeom prst="rect">
            <a:avLst/>
          </a:prstGeom>
          <a:noFill/>
        </p:spPr>
        <p:txBody>
          <a:bodyPr wrap="square" rtlCol="0">
            <a:spAutoFit/>
          </a:bodyPr>
          <a:lstStyle/>
          <a:p>
            <a:r>
              <a:rPr lang="de-DE" b="1">
                <a:solidFill>
                  <a:schemeClr val="bg1"/>
                </a:solidFill>
              </a:rPr>
              <a:t>Key message:</a:t>
            </a:r>
            <a:r>
              <a:rPr lang="de-DE">
                <a:solidFill>
                  <a:schemeClr val="bg1"/>
                </a:solidFill>
              </a:rPr>
              <a:t> Hybrid ROS 2 system in action.</a:t>
            </a:r>
          </a:p>
          <a:p>
            <a:r>
              <a:rPr lang="de-DE" b="1">
                <a:solidFill>
                  <a:schemeClr val="bg1"/>
                </a:solidFill>
              </a:rPr>
              <a:t>Content:</a:t>
            </a:r>
            <a:endParaRPr lang="de-DE">
              <a:solidFill>
                <a:schemeClr val="bg1"/>
              </a:solidFill>
            </a:endParaRPr>
          </a:p>
          <a:p>
            <a:r>
              <a:rPr lang="de-DE">
                <a:solidFill>
                  <a:schemeClr val="bg1"/>
                </a:solidFill>
              </a:rPr>
              <a:t>Recorded demo: ROS 2 nodes distributed across VxWorks and Linux.</a:t>
            </a:r>
          </a:p>
          <a:p>
            <a:r>
              <a:rPr lang="de-DE">
                <a:solidFill>
                  <a:schemeClr val="bg1"/>
                </a:solidFill>
              </a:rPr>
              <a:t>Example: real-time motor control on RTOS + vision + AI inference on Linux edge.</a:t>
            </a:r>
          </a:p>
          <a:p>
            <a:r>
              <a:rPr lang="de-DE">
                <a:solidFill>
                  <a:schemeClr val="bg1"/>
                </a:solidFill>
              </a:rPr>
              <a:t>Deployed and monitored with Kubernetes.</a:t>
            </a:r>
          </a:p>
          <a:p>
            <a:r>
              <a:rPr lang="de-DE" b="1">
                <a:solidFill>
                  <a:schemeClr val="bg1"/>
                </a:solidFill>
              </a:rPr>
              <a:t>Visuals:</a:t>
            </a:r>
            <a:endParaRPr lang="de-DE">
              <a:solidFill>
                <a:schemeClr val="bg1"/>
              </a:solidFill>
            </a:endParaRPr>
          </a:p>
          <a:p>
            <a:r>
              <a:rPr lang="de-DE">
                <a:solidFill>
                  <a:schemeClr val="bg1"/>
                </a:solidFill>
              </a:rPr>
              <a:t>Screenshot or simplified flow from demo (container dashboard + robot diagram).</a:t>
            </a:r>
          </a:p>
          <a:p>
            <a:r>
              <a:rPr lang="de-DE">
                <a:solidFill>
                  <a:schemeClr val="bg1"/>
                </a:solidFill>
              </a:rPr>
              <a:t>Callouts: “Same ROS 2 node API”, “Unified management”.</a:t>
            </a:r>
          </a:p>
          <a:p>
            <a:r>
              <a:rPr lang="de-DE" b="1">
                <a:solidFill>
                  <a:schemeClr val="bg1"/>
                </a:solidFill>
              </a:rPr>
              <a:t>Talking points:</a:t>
            </a:r>
            <a:endParaRPr lang="de-DE">
              <a:solidFill>
                <a:schemeClr val="bg1"/>
              </a:solidFill>
            </a:endParaRPr>
          </a:p>
          <a:p>
            <a:r>
              <a:rPr lang="de-DE">
                <a:solidFill>
                  <a:schemeClr val="bg1"/>
                </a:solidFill>
              </a:rPr>
              <a:t>Show deployment and live orchestration in Kubernetes.</a:t>
            </a:r>
          </a:p>
          <a:p>
            <a:r>
              <a:rPr lang="de-DE">
                <a:solidFill>
                  <a:schemeClr val="bg1"/>
                </a:solidFill>
              </a:rPr>
              <a:t>Emphasize developer simplicity: one model, two environments.</a:t>
            </a:r>
          </a:p>
          <a:p>
            <a:endParaRPr lang="en-US" sz="2400">
              <a:solidFill>
                <a:schemeClr val="bg1"/>
              </a:solidFill>
            </a:endParaRPr>
          </a:p>
        </p:txBody>
      </p:sp>
    </p:spTree>
    <p:extLst>
      <p:ext uri="{BB962C8B-B14F-4D97-AF65-F5344CB8AC3E}">
        <p14:creationId xmlns:p14="http://schemas.microsoft.com/office/powerpoint/2010/main" val="31829096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lack">
  <a:themeElements>
    <a:clrScheme name="Wind River">
      <a:dk1>
        <a:sysClr val="windowText" lastClr="000000"/>
      </a:dk1>
      <a:lt1>
        <a:sysClr val="window" lastClr="FFFFFF"/>
      </a:lt1>
      <a:dk2>
        <a:srgbClr val="44546A"/>
      </a:dk2>
      <a:lt2>
        <a:srgbClr val="E7E6E6"/>
      </a:lt2>
      <a:accent1>
        <a:srgbClr val="1C1C1C"/>
      </a:accent1>
      <a:accent2>
        <a:srgbClr val="A6A6A6"/>
      </a:accent2>
      <a:accent3>
        <a:srgbClr val="05ADA4"/>
      </a:accent3>
      <a:accent4>
        <a:srgbClr val="30E4D0"/>
      </a:accent4>
      <a:accent5>
        <a:srgbClr val="FF505C"/>
      </a:accent5>
      <a:accent6>
        <a:srgbClr val="6C9693"/>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ind River Master Template v04.potx" id="{32B20828-17BD-4111-8BF0-0A0FCA5E2182}" vid="{FF9037AF-F8E5-44A8-92BB-D2E9211FDFE7}"/>
    </a:ext>
  </a:extLst>
</a:theme>
</file>

<file path=ppt/theme/theme2.xml><?xml version="1.0" encoding="utf-8"?>
<a:theme xmlns:a="http://schemas.openxmlformats.org/drawingml/2006/main" name="Content Mast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4251DA12F12E48B652B2F53CDC0AA6" ma:contentTypeVersion="12" ma:contentTypeDescription="Create a new document." ma:contentTypeScope="" ma:versionID="a7dd2950bb2779d4cef15c2912e2c0c6">
  <xsd:schema xmlns:xsd="http://www.w3.org/2001/XMLSchema" xmlns:xs="http://www.w3.org/2001/XMLSchema" xmlns:p="http://schemas.microsoft.com/office/2006/metadata/properties" xmlns:ns2="994b1243-0236-4221-8364-0230ee525246" xmlns:ns3="20c710a9-dddc-468b-a1a5-f2f7349011e0" targetNamespace="http://schemas.microsoft.com/office/2006/metadata/properties" ma:root="true" ma:fieldsID="2fa8650a4682ee6c2841f75f2fd875af" ns2:_="" ns3:_="">
    <xsd:import namespace="994b1243-0236-4221-8364-0230ee525246"/>
    <xsd:import namespace="20c710a9-dddc-468b-a1a5-f2f7349011e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4b1243-0236-4221-8364-0230ee5252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0c710a9-dddc-468b-a1a5-f2f7349011e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20c710a9-dddc-468b-a1a5-f2f7349011e0">
      <UserInfo>
        <DisplayName>Monteleone, Richard</DisplayName>
        <AccountId>474</AccountId>
        <AccountType/>
      </UserInfo>
      <UserInfo>
        <DisplayName>Kilaru, Nischal Prasad</DisplayName>
        <AccountId>141</AccountId>
        <AccountType/>
      </UserInfo>
      <UserInfo>
        <DisplayName>Tudor, Adriana Elena (Adriana)</DisplayName>
        <AccountId>647</AccountId>
        <AccountType/>
      </UserInfo>
      <UserInfo>
        <DisplayName>Alfaro Escobar, Nelson David</DisplayName>
        <AccountId>677</AccountId>
        <AccountType/>
      </UserInfo>
      <UserInfo>
        <DisplayName>Nowell, Anthony</DisplayName>
        <AccountId>731</AccountId>
        <AccountType/>
      </UserInfo>
      <UserInfo>
        <DisplayName>FEO Team Blog Visitors</DisplayName>
        <AccountId>33</AccountId>
        <AccountType/>
      </UserInfo>
      <UserInfo>
        <DisplayName>Stiegler, Martina</DisplayName>
        <AccountId>473</AccountId>
        <AccountType/>
      </UserInfo>
      <UserInfo>
        <DisplayName>Garcia, Antonio</DisplayName>
        <AccountId>592</AccountId>
        <AccountType/>
      </UserInfo>
      <UserInfo>
        <DisplayName>Kholodnyi, Andrei</DisplayName>
        <AccountId>428</AccountId>
        <AccountType/>
      </UserInfo>
      <UserInfo>
        <DisplayName>Shimazu, Haruhiko</DisplayName>
        <AccountId>393</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F62C4D-47FD-4D68-B60C-9C6BA6ED4D4D}">
  <ds:schemaRefs>
    <ds:schemaRef ds:uri="20c710a9-dddc-468b-a1a5-f2f7349011e0"/>
    <ds:schemaRef ds:uri="994b1243-0236-4221-8364-0230ee5252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F808E6F-2339-47D2-B9CD-57BFD0451344}">
  <ds:schemaRefs>
    <ds:schemaRef ds:uri="20c710a9-dddc-468b-a1a5-f2f7349011e0"/>
    <ds:schemaRef ds:uri="30ae042a-af7d-497a-b003-7f32bf3ec8c1"/>
    <ds:schemaRef ds:uri="cd11650d-eac3-474f-b78e-d9631ff0674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6AF5E0A-52BD-48E4-8226-97CCC52C170B}">
  <ds:schemaRefs>
    <ds:schemaRef ds:uri="http://schemas.microsoft.com/sharepoint/v3/contenttype/forms"/>
  </ds:schemaRefs>
</ds:datastoreItem>
</file>

<file path=docMetadata/LabelInfo.xml><?xml version="1.0" encoding="utf-8"?>
<clbl:labelList xmlns:clbl="http://schemas.microsoft.com/office/2020/mipLabelMetadata">
  <clbl:label id="{8f6178a8-b4c1-4a71-93eb-55364c907e8d}" enabled="1" method="Privileged" siteId="{8ddb2873-a1ad-4a18-ae4e-4644631433be}" contentBits="0" removed="0"/>
</clbl:labelList>
</file>

<file path=docProps/app.xml><?xml version="1.0" encoding="utf-8"?>
<Properties xmlns="http://schemas.openxmlformats.org/officeDocument/2006/extended-properties" xmlns:vt="http://schemas.openxmlformats.org/officeDocument/2006/docPropsVTypes">
  <Template>1_Office Theme</Template>
  <Application>Microsoft Office PowerPoint</Application>
  <PresentationFormat>Custom</PresentationFormat>
  <Slides>13</Slides>
  <Notes>8</Notes>
  <HiddenSlides>0</HiddenSlides>
  <ScaleCrop>false</ScaleCrop>
  <HeadingPairs>
    <vt:vector size="4" baseType="variant">
      <vt:variant>
        <vt:lpstr>Theme</vt:lpstr>
      </vt:variant>
      <vt:variant>
        <vt:i4>2</vt:i4>
      </vt:variant>
      <vt:variant>
        <vt:lpstr>Slide Titles</vt:lpstr>
      </vt:variant>
      <vt:variant>
        <vt:i4>13</vt:i4>
      </vt:variant>
    </vt:vector>
  </HeadingPairs>
  <TitlesOfParts>
    <vt:vector size="15" baseType="lpstr">
      <vt:lpstr>Black</vt:lpstr>
      <vt:lpstr>Content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Gareth Noyes</dc:creator>
  <cp:revision>46</cp:revision>
  <cp:lastPrinted>2021-11-08T19:19:18Z</cp:lastPrinted>
  <dcterms:created xsi:type="dcterms:W3CDTF">2021-02-10T17:54:06Z</dcterms:created>
  <dcterms:modified xsi:type="dcterms:W3CDTF">2025-10-15T20:15:51Z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0x010100EF4251DA12F12E48B652B2F53CDC0AA6</vt:lpwstr>
  </property>
  <property fmtid="{D5CDD505-2E9C-101B-9397-08002B2CF9AE}" pid="3" name="MSIP_Label_4a933df8-2a3f-457e-bc41-f8ced8d82fcd_Method">
    <vt:lpwstr>Privileged</vt:lpwstr>
  </property>
  <property fmtid="{D5CDD505-2E9C-101B-9397-08002B2CF9AE}" pid="4" name="MSIP_Label_4a933df8-2a3f-457e-bc41-f8ced8d82fcd_Enabled">
    <vt:lpwstr>true</vt:lpwstr>
  </property>
  <property fmtid="{D5CDD505-2E9C-101B-9397-08002B2CF9AE}" pid="5" name="MSIP_Label_4a933df8-2a3f-457e-bc41-f8ced8d82fcd_Name">
    <vt:lpwstr>Unrestricted</vt:lpwstr>
  </property>
  <property fmtid="{D5CDD505-2E9C-101B-9397-08002B2CF9AE}" pid="6" name="MSIP_Label_4a933df8-2a3f-457e-bc41-f8ced8d82fcd_SetDate">
    <vt:lpwstr>2021-12-06T18:15:16Z</vt:lpwstr>
  </property>
  <property fmtid="{D5CDD505-2E9C-101B-9397-08002B2CF9AE}" pid="7" name="MSIP_Label_4a933df8-2a3f-457e-bc41-f8ced8d82fcd_ActionId">
    <vt:lpwstr>64aaa946-2cc5-4df2-b803-a82c78860660</vt:lpwstr>
  </property>
  <property fmtid="{D5CDD505-2E9C-101B-9397-08002B2CF9AE}" pid="8" name="MSIP_Label_4a933df8-2a3f-457e-bc41-f8ced8d82fcd_SiteId">
    <vt:lpwstr>8ddb2873-a1ad-4a18-ae4e-4644631433be</vt:lpwstr>
  </property>
  <property fmtid="{D5CDD505-2E9C-101B-9397-08002B2CF9AE}" pid="9" name="MSIP_Label_4a933df8-2a3f-457e-bc41-f8ced8d82fcd_ContentBits">
    <vt:lpwstr>0</vt:lpwstr>
  </property>
</Properties>
</file>